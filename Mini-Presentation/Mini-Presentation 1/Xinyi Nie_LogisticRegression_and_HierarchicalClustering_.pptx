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6" r:id="rId20"/>
    <p:sldId id="277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375B92-BBB0-4F6A-BC9B-BA04F53C6EF9}" v="980" dt="2025-10-17T04:36:15.899"/>
    <p1510:client id="{09C99D3C-9B1F-47F2-AA6D-6A0A14478FAD}" v="19" dt="2025-10-17T04:38:31.569"/>
    <p1510:client id="{5DAFE924-7719-41D7-B2A1-B08E3C4ABF59}" v="266" dt="2025-10-17T03:22:20.546"/>
    <p1510:client id="{5F2FD299-A35D-404D-B687-7B5DA095ABE0}" v="233" dt="2025-10-17T04:56:16.630"/>
    <p1510:client id="{691ED741-7F53-4B0C-988A-1018E642CFDD}" v="60" dt="2025-10-16T03:47:18.098"/>
    <p1510:client id="{9E07B7B3-F14B-2B99-3BBD-A6B77D85F065}" v="17" dt="2025-10-17T23:53:38.943"/>
    <p1510:client id="{C1BDB788-8F1F-42CB-9A17-19FD74BA6AC8}" v="171" dt="2025-10-17T03:38:09.246"/>
    <p1510:client id="{D4F744B2-977E-4F63-AE2F-58100BBB8EDE}" v="731" dt="2025-10-17T03:09:24.4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nyi Nie" userId="S::x7nie@uwaterloo.ca::ec8ecdca-98fc-4179-aa0a-f20571a72f06" providerId="AD" clId="Web-{51A63A09-F9EE-4DBB-A2E5-677D0D15EE64}"/>
    <pc:docChg chg="addSld modSld">
      <pc:chgData name="Xinyi Nie" userId="S::x7nie@uwaterloo.ca::ec8ecdca-98fc-4179-aa0a-f20571a72f06" providerId="AD" clId="Web-{51A63A09-F9EE-4DBB-A2E5-677D0D15EE64}" dt="2025-10-15T20:03:53.303" v="130"/>
      <pc:docMkLst>
        <pc:docMk/>
      </pc:docMkLst>
      <pc:sldChg chg="modSp">
        <pc:chgData name="Xinyi Nie" userId="S::x7nie@uwaterloo.ca::ec8ecdca-98fc-4179-aa0a-f20571a72f06" providerId="AD" clId="Web-{51A63A09-F9EE-4DBB-A2E5-677D0D15EE64}" dt="2025-10-15T16:16:10.572" v="0" actId="20577"/>
        <pc:sldMkLst>
          <pc:docMk/>
          <pc:sldMk cId="109857222" sldId="256"/>
        </pc:sldMkLst>
        <pc:spChg chg="mod">
          <ac:chgData name="Xinyi Nie" userId="S::x7nie@uwaterloo.ca::ec8ecdca-98fc-4179-aa0a-f20571a72f06" providerId="AD" clId="Web-{51A63A09-F9EE-4DBB-A2E5-677D0D15EE64}" dt="2025-10-15T16:16:10.572" v="0" actId="20577"/>
          <ac:spMkLst>
            <pc:docMk/>
            <pc:sldMk cId="109857222" sldId="256"/>
            <ac:spMk id="2" creationId="{00000000-0000-0000-0000-000000000000}"/>
          </ac:spMkLst>
        </pc:spChg>
      </pc:sldChg>
      <pc:sldChg chg="new">
        <pc:chgData name="Xinyi Nie" userId="S::x7nie@uwaterloo.ca::ec8ecdca-98fc-4179-aa0a-f20571a72f06" providerId="AD" clId="Web-{51A63A09-F9EE-4DBB-A2E5-677D0D15EE64}" dt="2025-10-15T20:03:53.303" v="130"/>
        <pc:sldMkLst>
          <pc:docMk/>
          <pc:sldMk cId="3955682088" sldId="258"/>
        </pc:sldMkLst>
      </pc:sldChg>
    </pc:docChg>
  </pc:docChgLst>
  <pc:docChgLst>
    <pc:chgData name="Xinyi Nie" userId="S::x7nie@uwaterloo.ca::ec8ecdca-98fc-4179-aa0a-f20571a72f06" providerId="AD" clId="Web-{5F2FD299-A35D-404D-B687-7B5DA095ABE0}"/>
    <pc:docChg chg="addSld delSld modSld">
      <pc:chgData name="Xinyi Nie" userId="S::x7nie@uwaterloo.ca::ec8ecdca-98fc-4179-aa0a-f20571a72f06" providerId="AD" clId="Web-{5F2FD299-A35D-404D-B687-7B5DA095ABE0}" dt="2025-10-17T04:56:16.630" v="200" actId="1076"/>
      <pc:docMkLst>
        <pc:docMk/>
      </pc:docMkLst>
      <pc:sldChg chg="modSp">
        <pc:chgData name="Xinyi Nie" userId="S::x7nie@uwaterloo.ca::ec8ecdca-98fc-4179-aa0a-f20571a72f06" providerId="AD" clId="Web-{5F2FD299-A35D-404D-B687-7B5DA095ABE0}" dt="2025-10-17T04:55:11.098" v="176" actId="1076"/>
        <pc:sldMkLst>
          <pc:docMk/>
          <pc:sldMk cId="2453873419" sldId="260"/>
        </pc:sldMkLst>
        <pc:spChg chg="mod">
          <ac:chgData name="Xinyi Nie" userId="S::x7nie@uwaterloo.ca::ec8ecdca-98fc-4179-aa0a-f20571a72f06" providerId="AD" clId="Web-{5F2FD299-A35D-404D-B687-7B5DA095ABE0}" dt="2025-10-17T04:55:11.098" v="176" actId="1076"/>
          <ac:spMkLst>
            <pc:docMk/>
            <pc:sldMk cId="2453873419" sldId="260"/>
            <ac:spMk id="11" creationId="{5C084AEA-6541-067A-B3F6-C944927D2890}"/>
          </ac:spMkLst>
        </pc:spChg>
      </pc:sldChg>
      <pc:sldChg chg="modSp">
        <pc:chgData name="Xinyi Nie" userId="S::x7nie@uwaterloo.ca::ec8ecdca-98fc-4179-aa0a-f20571a72f06" providerId="AD" clId="Web-{5F2FD299-A35D-404D-B687-7B5DA095ABE0}" dt="2025-10-17T04:54:52.019" v="174" actId="1076"/>
        <pc:sldMkLst>
          <pc:docMk/>
          <pc:sldMk cId="686187428" sldId="261"/>
        </pc:sldMkLst>
        <pc:spChg chg="mod">
          <ac:chgData name="Xinyi Nie" userId="S::x7nie@uwaterloo.ca::ec8ecdca-98fc-4179-aa0a-f20571a72f06" providerId="AD" clId="Web-{5F2FD299-A35D-404D-B687-7B5DA095ABE0}" dt="2025-10-17T04:54:52.003" v="173" actId="1076"/>
          <ac:spMkLst>
            <pc:docMk/>
            <pc:sldMk cId="686187428" sldId="261"/>
            <ac:spMk id="4" creationId="{2A62155A-6694-F26B-7251-DD52393A5FBB}"/>
          </ac:spMkLst>
        </pc:spChg>
        <pc:picChg chg="mod">
          <ac:chgData name="Xinyi Nie" userId="S::x7nie@uwaterloo.ca::ec8ecdca-98fc-4179-aa0a-f20571a72f06" providerId="AD" clId="Web-{5F2FD299-A35D-404D-B687-7B5DA095ABE0}" dt="2025-10-17T04:54:52.019" v="174" actId="1076"/>
          <ac:picMkLst>
            <pc:docMk/>
            <pc:sldMk cId="686187428" sldId="261"/>
            <ac:picMk id="3" creationId="{D1EE5DE0-C8E9-EEF2-75E7-744B3A0C8A64}"/>
          </ac:picMkLst>
        </pc:picChg>
      </pc:sldChg>
      <pc:sldChg chg="modSp">
        <pc:chgData name="Xinyi Nie" userId="S::x7nie@uwaterloo.ca::ec8ecdca-98fc-4179-aa0a-f20571a72f06" providerId="AD" clId="Web-{5F2FD299-A35D-404D-B687-7B5DA095ABE0}" dt="2025-10-17T04:55:29.410" v="178" actId="1076"/>
        <pc:sldMkLst>
          <pc:docMk/>
          <pc:sldMk cId="1923197736" sldId="263"/>
        </pc:sldMkLst>
        <pc:spChg chg="mod">
          <ac:chgData name="Xinyi Nie" userId="S::x7nie@uwaterloo.ca::ec8ecdca-98fc-4179-aa0a-f20571a72f06" providerId="AD" clId="Web-{5F2FD299-A35D-404D-B687-7B5DA095ABE0}" dt="2025-10-17T04:55:29.410" v="178" actId="1076"/>
          <ac:spMkLst>
            <pc:docMk/>
            <pc:sldMk cId="1923197736" sldId="263"/>
            <ac:spMk id="3" creationId="{D050597F-D303-2D8C-0056-708CA3CC9A73}"/>
          </ac:spMkLst>
        </pc:spChg>
        <pc:graphicFrameChg chg="mod">
          <ac:chgData name="Xinyi Nie" userId="S::x7nie@uwaterloo.ca::ec8ecdca-98fc-4179-aa0a-f20571a72f06" providerId="AD" clId="Web-{5F2FD299-A35D-404D-B687-7B5DA095ABE0}" dt="2025-10-17T04:55:29.379" v="177" actId="1076"/>
          <ac:graphicFrameMkLst>
            <pc:docMk/>
            <pc:sldMk cId="1923197736" sldId="263"/>
            <ac:graphicFrameMk id="5" creationId="{62E704EA-A780-8BD2-68BD-42572D7CD9CA}"/>
          </ac:graphicFrameMkLst>
        </pc:graphicFrameChg>
      </pc:sldChg>
      <pc:sldChg chg="addSp modSp">
        <pc:chgData name="Xinyi Nie" userId="S::x7nie@uwaterloo.ca::ec8ecdca-98fc-4179-aa0a-f20571a72f06" providerId="AD" clId="Web-{5F2FD299-A35D-404D-B687-7B5DA095ABE0}" dt="2025-10-17T04:55:49.786" v="186" actId="1076"/>
        <pc:sldMkLst>
          <pc:docMk/>
          <pc:sldMk cId="972824034" sldId="265"/>
        </pc:sldMkLst>
        <pc:spChg chg="mod">
          <ac:chgData name="Xinyi Nie" userId="S::x7nie@uwaterloo.ca::ec8ecdca-98fc-4179-aa0a-f20571a72f06" providerId="AD" clId="Web-{5F2FD299-A35D-404D-B687-7B5DA095ABE0}" dt="2025-10-17T04:55:43.426" v="182" actId="1076"/>
          <ac:spMkLst>
            <pc:docMk/>
            <pc:sldMk cId="972824034" sldId="265"/>
            <ac:spMk id="4" creationId="{E6A3FBBE-5256-9413-1F08-07A02DC7AB8F}"/>
          </ac:spMkLst>
        </pc:spChg>
        <pc:picChg chg="add mod">
          <ac:chgData name="Xinyi Nie" userId="S::x7nie@uwaterloo.ca::ec8ecdca-98fc-4179-aa0a-f20571a72f06" providerId="AD" clId="Web-{5F2FD299-A35D-404D-B687-7B5DA095ABE0}" dt="2025-10-17T04:55:49.754" v="185" actId="1076"/>
          <ac:picMkLst>
            <pc:docMk/>
            <pc:sldMk cId="972824034" sldId="265"/>
            <ac:picMk id="3" creationId="{5FC4FD5D-3016-561B-3656-25ED6774CEC7}"/>
          </ac:picMkLst>
        </pc:picChg>
        <pc:picChg chg="add mod">
          <ac:chgData name="Xinyi Nie" userId="S::x7nie@uwaterloo.ca::ec8ecdca-98fc-4179-aa0a-f20571a72f06" providerId="AD" clId="Web-{5F2FD299-A35D-404D-B687-7B5DA095ABE0}" dt="2025-10-17T04:55:49.786" v="186" actId="1076"/>
          <ac:picMkLst>
            <pc:docMk/>
            <pc:sldMk cId="972824034" sldId="265"/>
            <ac:picMk id="5" creationId="{487FCE7B-6D03-AE89-0F59-5758D699D0E9}"/>
          </ac:picMkLst>
        </pc:picChg>
      </pc:sldChg>
      <pc:sldChg chg="modSp">
        <pc:chgData name="Xinyi Nie" userId="S::x7nie@uwaterloo.ca::ec8ecdca-98fc-4179-aa0a-f20571a72f06" providerId="AD" clId="Web-{5F2FD299-A35D-404D-B687-7B5DA095ABE0}" dt="2025-10-17T04:56:04.630" v="188" actId="1076"/>
        <pc:sldMkLst>
          <pc:docMk/>
          <pc:sldMk cId="1483016745" sldId="268"/>
        </pc:sldMkLst>
        <pc:spChg chg="mod">
          <ac:chgData name="Xinyi Nie" userId="S::x7nie@uwaterloo.ca::ec8ecdca-98fc-4179-aa0a-f20571a72f06" providerId="AD" clId="Web-{5F2FD299-A35D-404D-B687-7B5DA095ABE0}" dt="2025-10-17T04:56:04.583" v="187" actId="1076"/>
          <ac:spMkLst>
            <pc:docMk/>
            <pc:sldMk cId="1483016745" sldId="268"/>
            <ac:spMk id="4" creationId="{60696EE2-AD83-3CC1-9DFB-009176C789EB}"/>
          </ac:spMkLst>
        </pc:spChg>
        <pc:picChg chg="mod">
          <ac:chgData name="Xinyi Nie" userId="S::x7nie@uwaterloo.ca::ec8ecdca-98fc-4179-aa0a-f20571a72f06" providerId="AD" clId="Web-{5F2FD299-A35D-404D-B687-7B5DA095ABE0}" dt="2025-10-17T04:56:04.630" v="188" actId="1076"/>
          <ac:picMkLst>
            <pc:docMk/>
            <pc:sldMk cId="1483016745" sldId="268"/>
            <ac:picMk id="3" creationId="{2F1CA4B6-201C-F81F-1A91-D2E5A3A19831}"/>
          </ac:picMkLst>
        </pc:picChg>
      </pc:sldChg>
      <pc:sldChg chg="modSp">
        <pc:chgData name="Xinyi Nie" userId="S::x7nie@uwaterloo.ca::ec8ecdca-98fc-4179-aa0a-f20571a72f06" providerId="AD" clId="Web-{5F2FD299-A35D-404D-B687-7B5DA095ABE0}" dt="2025-10-17T04:56:16.630" v="200" actId="1076"/>
        <pc:sldMkLst>
          <pc:docMk/>
          <pc:sldMk cId="1758001015" sldId="270"/>
        </pc:sldMkLst>
        <pc:spChg chg="mod">
          <ac:chgData name="Xinyi Nie" userId="S::x7nie@uwaterloo.ca::ec8ecdca-98fc-4179-aa0a-f20571a72f06" providerId="AD" clId="Web-{5F2FD299-A35D-404D-B687-7B5DA095ABE0}" dt="2025-10-17T04:56:16.614" v="199" actId="1076"/>
          <ac:spMkLst>
            <pc:docMk/>
            <pc:sldMk cId="1758001015" sldId="270"/>
            <ac:spMk id="14" creationId="{3C6AEBAB-D115-5E15-CB34-670FF48636DD}"/>
          </ac:spMkLst>
        </pc:spChg>
        <pc:spChg chg="mod">
          <ac:chgData name="Xinyi Nie" userId="S::x7nie@uwaterloo.ca::ec8ecdca-98fc-4179-aa0a-f20571a72f06" providerId="AD" clId="Web-{5F2FD299-A35D-404D-B687-7B5DA095ABE0}" dt="2025-10-17T04:56:16.630" v="200" actId="1076"/>
          <ac:spMkLst>
            <pc:docMk/>
            <pc:sldMk cId="1758001015" sldId="270"/>
            <ac:spMk id="15" creationId="{1830E182-AD25-3EE9-47F9-95AEF3B6925C}"/>
          </ac:spMkLst>
        </pc:spChg>
        <pc:grpChg chg="mod">
          <ac:chgData name="Xinyi Nie" userId="S::x7nie@uwaterloo.ca::ec8ecdca-98fc-4179-aa0a-f20571a72f06" providerId="AD" clId="Web-{5F2FD299-A35D-404D-B687-7B5DA095ABE0}" dt="2025-10-17T04:56:16.599" v="198" actId="1076"/>
          <ac:grpSpMkLst>
            <pc:docMk/>
            <pc:sldMk cId="1758001015" sldId="270"/>
            <ac:grpSpMk id="16" creationId="{7A47E051-3722-594B-2070-9366A24090EF}"/>
          </ac:grpSpMkLst>
        </pc:grpChg>
        <pc:picChg chg="mod">
          <ac:chgData name="Xinyi Nie" userId="S::x7nie@uwaterloo.ca::ec8ecdca-98fc-4179-aa0a-f20571a72f06" providerId="AD" clId="Web-{5F2FD299-A35D-404D-B687-7B5DA095ABE0}" dt="2025-10-17T04:56:16.458" v="197" actId="1076"/>
          <ac:picMkLst>
            <pc:docMk/>
            <pc:sldMk cId="1758001015" sldId="270"/>
            <ac:picMk id="5" creationId="{5C234576-E91B-B93A-FE0D-3915D0E8FB5F}"/>
          </ac:picMkLst>
        </pc:picChg>
      </pc:sldChg>
      <pc:sldChg chg="addSp modSp">
        <pc:chgData name="Xinyi Nie" userId="S::x7nie@uwaterloo.ca::ec8ecdca-98fc-4179-aa0a-f20571a72f06" providerId="AD" clId="Web-{5F2FD299-A35D-404D-B687-7B5DA095ABE0}" dt="2025-10-17T04:48:10.107" v="110"/>
        <pc:sldMkLst>
          <pc:docMk/>
          <pc:sldMk cId="4143747997" sldId="276"/>
        </pc:sldMkLst>
        <pc:grpChg chg="add mod">
          <ac:chgData name="Xinyi Nie" userId="S::x7nie@uwaterloo.ca::ec8ecdca-98fc-4179-aa0a-f20571a72f06" providerId="AD" clId="Web-{5F2FD299-A35D-404D-B687-7B5DA095ABE0}" dt="2025-10-17T04:43:45.150" v="64" actId="1076"/>
          <ac:grpSpMkLst>
            <pc:docMk/>
            <pc:sldMk cId="4143747997" sldId="276"/>
            <ac:grpSpMk id="9" creationId="{04DD9A8B-2703-7522-A289-2333CC24FD8C}"/>
          </ac:grpSpMkLst>
        </pc:grpChg>
        <pc:graphicFrameChg chg="mod modGraphic">
          <ac:chgData name="Xinyi Nie" userId="S::x7nie@uwaterloo.ca::ec8ecdca-98fc-4179-aa0a-f20571a72f06" providerId="AD" clId="Web-{5F2FD299-A35D-404D-B687-7B5DA095ABE0}" dt="2025-10-17T04:43:45.088" v="63" actId="1076"/>
          <ac:graphicFrameMkLst>
            <pc:docMk/>
            <pc:sldMk cId="4143747997" sldId="276"/>
            <ac:graphicFrameMk id="5" creationId="{F804BAFE-C395-EAA9-5C74-F1889DA03173}"/>
          </ac:graphicFrameMkLst>
        </pc:graphicFrameChg>
        <pc:picChg chg="add mod">
          <ac:chgData name="Xinyi Nie" userId="S::x7nie@uwaterloo.ca::ec8ecdca-98fc-4179-aa0a-f20571a72f06" providerId="AD" clId="Web-{5F2FD299-A35D-404D-B687-7B5DA095ABE0}" dt="2025-10-17T04:42:20.431" v="38" actId="1076"/>
          <ac:picMkLst>
            <pc:docMk/>
            <pc:sldMk cId="4143747997" sldId="276"/>
            <ac:picMk id="3" creationId="{5CCB9B42-A932-4870-51E7-71BA920BDD72}"/>
          </ac:picMkLst>
        </pc:picChg>
        <pc:picChg chg="mod modCrop">
          <ac:chgData name="Xinyi Nie" userId="S::x7nie@uwaterloo.ca::ec8ecdca-98fc-4179-aa0a-f20571a72f06" providerId="AD" clId="Web-{5F2FD299-A35D-404D-B687-7B5DA095ABE0}" dt="2025-10-17T04:48:10.107" v="110"/>
          <ac:picMkLst>
            <pc:docMk/>
            <pc:sldMk cId="4143747997" sldId="276"/>
            <ac:picMk id="6" creationId="{C1B1199D-7E31-2ED0-E65C-4673699935AB}"/>
          </ac:picMkLst>
        </pc:picChg>
        <pc:picChg chg="add mod ord">
          <ac:chgData name="Xinyi Nie" userId="S::x7nie@uwaterloo.ca::ec8ecdca-98fc-4179-aa0a-f20571a72f06" providerId="AD" clId="Web-{5F2FD299-A35D-404D-B687-7B5DA095ABE0}" dt="2025-10-17T04:41:56.712" v="35"/>
          <ac:picMkLst>
            <pc:docMk/>
            <pc:sldMk cId="4143747997" sldId="276"/>
            <ac:picMk id="7" creationId="{3C928BC2-05B9-C34C-171B-BB2AF60480BF}"/>
          </ac:picMkLst>
        </pc:picChg>
        <pc:picChg chg="add mod modCrop">
          <ac:chgData name="Xinyi Nie" userId="S::x7nie@uwaterloo.ca::ec8ecdca-98fc-4179-aa0a-f20571a72f06" providerId="AD" clId="Web-{5F2FD299-A35D-404D-B687-7B5DA095ABE0}" dt="2025-10-17T04:42:25.197" v="39" actId="1076"/>
          <ac:picMkLst>
            <pc:docMk/>
            <pc:sldMk cId="4143747997" sldId="276"/>
            <ac:picMk id="8" creationId="{1805A643-F9D6-8788-2082-5A39C17C2349}"/>
          </ac:picMkLst>
        </pc:picChg>
      </pc:sldChg>
      <pc:sldChg chg="addSp delSp modSp new">
        <pc:chgData name="Xinyi Nie" userId="S::x7nie@uwaterloo.ca::ec8ecdca-98fc-4179-aa0a-f20571a72f06" providerId="AD" clId="Web-{5F2FD299-A35D-404D-B687-7B5DA095ABE0}" dt="2025-10-17T04:49:25.326" v="124" actId="1076"/>
        <pc:sldMkLst>
          <pc:docMk/>
          <pc:sldMk cId="3080865192" sldId="277"/>
        </pc:sldMkLst>
        <pc:spChg chg="del">
          <ac:chgData name="Xinyi Nie" userId="S::x7nie@uwaterloo.ca::ec8ecdca-98fc-4179-aa0a-f20571a72f06" providerId="AD" clId="Web-{5F2FD299-A35D-404D-B687-7B5DA095ABE0}" dt="2025-10-17T04:46:57.997" v="96"/>
          <ac:spMkLst>
            <pc:docMk/>
            <pc:sldMk cId="3080865192" sldId="277"/>
            <ac:spMk id="2" creationId="{9FEFF04E-36C8-BFD4-6E51-E2CA425F3994}"/>
          </ac:spMkLst>
        </pc:spChg>
        <pc:spChg chg="del">
          <ac:chgData name="Xinyi Nie" userId="S::x7nie@uwaterloo.ca::ec8ecdca-98fc-4179-aa0a-f20571a72f06" providerId="AD" clId="Web-{5F2FD299-A35D-404D-B687-7B5DA095ABE0}" dt="2025-10-17T04:45:04.308" v="75"/>
          <ac:spMkLst>
            <pc:docMk/>
            <pc:sldMk cId="3080865192" sldId="277"/>
            <ac:spMk id="3" creationId="{1CE56281-05AA-DD72-4C0D-C6E6D2DAE0E5}"/>
          </ac:spMkLst>
        </pc:spChg>
        <pc:spChg chg="add del">
          <ac:chgData name="Xinyi Nie" userId="S::x7nie@uwaterloo.ca::ec8ecdca-98fc-4179-aa0a-f20571a72f06" providerId="AD" clId="Web-{5F2FD299-A35D-404D-B687-7B5DA095ABE0}" dt="2025-10-17T04:45:29.730" v="78"/>
          <ac:spMkLst>
            <pc:docMk/>
            <pc:sldMk cId="3080865192" sldId="277"/>
            <ac:spMk id="5" creationId="{3DA889DF-E9E4-C2CF-8FE7-D3E03B3FCB8D}"/>
          </ac:spMkLst>
        </pc:spChg>
        <pc:spChg chg="add mod">
          <ac:chgData name="Xinyi Nie" userId="S::x7nie@uwaterloo.ca::ec8ecdca-98fc-4179-aa0a-f20571a72f06" providerId="AD" clId="Web-{5F2FD299-A35D-404D-B687-7B5DA095ABE0}" dt="2025-10-17T04:47:44.903" v="106" actId="1076"/>
          <ac:spMkLst>
            <pc:docMk/>
            <pc:sldMk cId="3080865192" sldId="277"/>
            <ac:spMk id="6" creationId="{6AF5A749-885C-7278-D03A-0B32E334A8D0}"/>
          </ac:spMkLst>
        </pc:spChg>
        <pc:spChg chg="add mod">
          <ac:chgData name="Xinyi Nie" userId="S::x7nie@uwaterloo.ca::ec8ecdca-98fc-4179-aa0a-f20571a72f06" providerId="AD" clId="Web-{5F2FD299-A35D-404D-B687-7B5DA095ABE0}" dt="2025-10-17T04:47:33.731" v="104" actId="1076"/>
          <ac:spMkLst>
            <pc:docMk/>
            <pc:sldMk cId="3080865192" sldId="277"/>
            <ac:spMk id="8" creationId="{61067D39-D7C8-EA8B-822D-0249B17FC27A}"/>
          </ac:spMkLst>
        </pc:spChg>
        <pc:picChg chg="add mod ord">
          <ac:chgData name="Xinyi Nie" userId="S::x7nie@uwaterloo.ca::ec8ecdca-98fc-4179-aa0a-f20571a72f06" providerId="AD" clId="Web-{5F2FD299-A35D-404D-B687-7B5DA095ABE0}" dt="2025-10-17T04:49:25.326" v="124" actId="1076"/>
          <ac:picMkLst>
            <pc:docMk/>
            <pc:sldMk cId="3080865192" sldId="277"/>
            <ac:picMk id="4" creationId="{ECA4EA6F-C13C-3188-5E5E-7F1D934B0EE1}"/>
          </ac:picMkLst>
        </pc:picChg>
      </pc:sldChg>
      <pc:sldChg chg="addSp delSp modSp new del">
        <pc:chgData name="Xinyi Nie" userId="S::x7nie@uwaterloo.ca::ec8ecdca-98fc-4179-aa0a-f20571a72f06" providerId="AD" clId="Web-{5F2FD299-A35D-404D-B687-7B5DA095ABE0}" dt="2025-10-17T04:53:14.954" v="172"/>
        <pc:sldMkLst>
          <pc:docMk/>
          <pc:sldMk cId="212596465" sldId="278"/>
        </pc:sldMkLst>
        <pc:spChg chg="add del mod">
          <ac:chgData name="Xinyi Nie" userId="S::x7nie@uwaterloo.ca::ec8ecdca-98fc-4179-aa0a-f20571a72f06" providerId="AD" clId="Web-{5F2FD299-A35D-404D-B687-7B5DA095ABE0}" dt="2025-10-17T04:49:44.279" v="129"/>
          <ac:spMkLst>
            <pc:docMk/>
            <pc:sldMk cId="212596465" sldId="278"/>
            <ac:spMk id="3" creationId="{E1CA2DE4-394E-273D-1FD3-0F66B1394A83}"/>
          </ac:spMkLst>
        </pc:spChg>
        <pc:spChg chg="add mod">
          <ac:chgData name="Xinyi Nie" userId="S::x7nie@uwaterloo.ca::ec8ecdca-98fc-4179-aa0a-f20571a72f06" providerId="AD" clId="Web-{5F2FD299-A35D-404D-B687-7B5DA095ABE0}" dt="2025-10-17T04:49:57.060" v="133"/>
          <ac:spMkLst>
            <pc:docMk/>
            <pc:sldMk cId="212596465" sldId="278"/>
            <ac:spMk id="9" creationId="{CBFCA1AE-4E2E-AEC3-34BE-430B6B8DA5BA}"/>
          </ac:spMkLst>
        </pc:spChg>
        <pc:graphicFrameChg chg="add del mod ord modGraphic">
          <ac:chgData name="Xinyi Nie" userId="S::x7nie@uwaterloo.ca::ec8ecdca-98fc-4179-aa0a-f20571a72f06" providerId="AD" clId="Web-{5F2FD299-A35D-404D-B687-7B5DA095ABE0}" dt="2025-10-17T04:49:41.060" v="127"/>
          <ac:graphicFrameMkLst>
            <pc:docMk/>
            <pc:sldMk cId="212596465" sldId="278"/>
            <ac:graphicFrameMk id="5" creationId="{F84151DB-6E5A-FB5B-EF52-077F87509A6E}"/>
          </ac:graphicFrameMkLst>
        </pc:graphicFrameChg>
        <pc:graphicFrameChg chg="add del mod ord modGraphic">
          <ac:chgData name="Xinyi Nie" userId="S::x7nie@uwaterloo.ca::ec8ecdca-98fc-4179-aa0a-f20571a72f06" providerId="AD" clId="Web-{5F2FD299-A35D-404D-B687-7B5DA095ABE0}" dt="2025-10-17T04:49:57.060" v="133"/>
          <ac:graphicFrameMkLst>
            <pc:docMk/>
            <pc:sldMk cId="212596465" sldId="278"/>
            <ac:graphicFrameMk id="7" creationId="{8880F38D-8279-B0FB-827C-238C52109E22}"/>
          </ac:graphicFrameMkLst>
        </pc:graphicFrameChg>
      </pc:sldChg>
    </pc:docChg>
  </pc:docChgLst>
  <pc:docChgLst>
    <pc:chgData name="Xinyi Nie" userId="S::x7nie@uwaterloo.ca::ec8ecdca-98fc-4179-aa0a-f20571a72f06" providerId="AD" clId="Web-{01375B92-BBB0-4F6A-BC9B-BA04F53C6EF9}"/>
    <pc:docChg chg="addSld delSld modSld">
      <pc:chgData name="Xinyi Nie" userId="S::x7nie@uwaterloo.ca::ec8ecdca-98fc-4179-aa0a-f20571a72f06" providerId="AD" clId="Web-{01375B92-BBB0-4F6A-BC9B-BA04F53C6EF9}" dt="2025-10-17T04:36:15.899" v="747" actId="20577"/>
      <pc:docMkLst>
        <pc:docMk/>
      </pc:docMkLst>
      <pc:sldChg chg="addSp modSp">
        <pc:chgData name="Xinyi Nie" userId="S::x7nie@uwaterloo.ca::ec8ecdca-98fc-4179-aa0a-f20571a72f06" providerId="AD" clId="Web-{01375B92-BBB0-4F6A-BC9B-BA04F53C6EF9}" dt="2025-10-17T03:46:32.211" v="100" actId="14100"/>
        <pc:sldMkLst>
          <pc:docMk/>
          <pc:sldMk cId="2112498051" sldId="266"/>
        </pc:sldMkLst>
        <pc:spChg chg="mod">
          <ac:chgData name="Xinyi Nie" userId="S::x7nie@uwaterloo.ca::ec8ecdca-98fc-4179-aa0a-f20571a72f06" providerId="AD" clId="Web-{01375B92-BBB0-4F6A-BC9B-BA04F53C6EF9}" dt="2025-10-17T03:46:10.539" v="99" actId="20577"/>
          <ac:spMkLst>
            <pc:docMk/>
            <pc:sldMk cId="2112498051" sldId="266"/>
            <ac:spMk id="4" creationId="{26C47BB9-E20C-1E39-F538-14E0714BB4B6}"/>
          </ac:spMkLst>
        </pc:spChg>
        <pc:spChg chg="add mod">
          <ac:chgData name="Xinyi Nie" userId="S::x7nie@uwaterloo.ca::ec8ecdca-98fc-4179-aa0a-f20571a72f06" providerId="AD" clId="Web-{01375B92-BBB0-4F6A-BC9B-BA04F53C6EF9}" dt="2025-10-17T03:46:32.211" v="100" actId="14100"/>
          <ac:spMkLst>
            <pc:docMk/>
            <pc:sldMk cId="2112498051" sldId="266"/>
            <ac:spMk id="6" creationId="{AB72AA6E-C5FB-E998-A465-2271CDBBD553}"/>
          </ac:spMkLst>
        </pc:spChg>
        <pc:grpChg chg="add mod">
          <ac:chgData name="Xinyi Nie" userId="S::x7nie@uwaterloo.ca::ec8ecdca-98fc-4179-aa0a-f20571a72f06" providerId="AD" clId="Web-{01375B92-BBB0-4F6A-BC9B-BA04F53C6EF9}" dt="2025-10-17T03:42:24.662" v="40" actId="1076"/>
          <ac:grpSpMkLst>
            <pc:docMk/>
            <pc:sldMk cId="2112498051" sldId="266"/>
            <ac:grpSpMk id="7" creationId="{49399B5D-6ED7-AF09-004B-416F496266E7}"/>
          </ac:grpSpMkLst>
        </pc:grpChg>
        <pc:picChg chg="mod">
          <ac:chgData name="Xinyi Nie" userId="S::x7nie@uwaterloo.ca::ec8ecdca-98fc-4179-aa0a-f20571a72f06" providerId="AD" clId="Web-{01375B92-BBB0-4F6A-BC9B-BA04F53C6EF9}" dt="2025-10-17T03:41:58.661" v="37" actId="1076"/>
          <ac:picMkLst>
            <pc:docMk/>
            <pc:sldMk cId="2112498051" sldId="266"/>
            <ac:picMk id="3" creationId="{758227F5-5E3E-0F2C-949C-986D123E995A}"/>
          </ac:picMkLst>
        </pc:picChg>
        <pc:picChg chg="add mod">
          <ac:chgData name="Xinyi Nie" userId="S::x7nie@uwaterloo.ca::ec8ecdca-98fc-4179-aa0a-f20571a72f06" providerId="AD" clId="Web-{01375B92-BBB0-4F6A-BC9B-BA04F53C6EF9}" dt="2025-10-17T03:41:15.113" v="30" actId="1076"/>
          <ac:picMkLst>
            <pc:docMk/>
            <pc:sldMk cId="2112498051" sldId="266"/>
            <ac:picMk id="5" creationId="{2E4A1709-DEE0-89C6-228B-5FA69A7EF5C9}"/>
          </ac:picMkLst>
        </pc:picChg>
      </pc:sldChg>
      <pc:sldChg chg="addSp modSp add replId">
        <pc:chgData name="Xinyi Nie" userId="S::x7nie@uwaterloo.ca::ec8ecdca-98fc-4179-aa0a-f20571a72f06" providerId="AD" clId="Web-{01375B92-BBB0-4F6A-BC9B-BA04F53C6EF9}" dt="2025-10-17T03:46:49.149" v="101" actId="20577"/>
        <pc:sldMkLst>
          <pc:docMk/>
          <pc:sldMk cId="2216633403" sldId="267"/>
        </pc:sldMkLst>
        <pc:spChg chg="mod">
          <ac:chgData name="Xinyi Nie" userId="S::x7nie@uwaterloo.ca::ec8ecdca-98fc-4179-aa0a-f20571a72f06" providerId="AD" clId="Web-{01375B92-BBB0-4F6A-BC9B-BA04F53C6EF9}" dt="2025-10-17T03:46:49.149" v="101" actId="20577"/>
          <ac:spMkLst>
            <pc:docMk/>
            <pc:sldMk cId="2216633403" sldId="267"/>
            <ac:spMk id="2" creationId="{1DC8F1FF-007D-46E6-AC0E-12B396153163}"/>
          </ac:spMkLst>
        </pc:spChg>
        <pc:spChg chg="mod">
          <ac:chgData name="Xinyi Nie" userId="S::x7nie@uwaterloo.ca::ec8ecdca-98fc-4179-aa0a-f20571a72f06" providerId="AD" clId="Web-{01375B92-BBB0-4F6A-BC9B-BA04F53C6EF9}" dt="2025-10-17T03:45:45.367" v="98" actId="20577"/>
          <ac:spMkLst>
            <pc:docMk/>
            <pc:sldMk cId="2216633403" sldId="267"/>
            <ac:spMk id="4" creationId="{B16FF962-EA0A-9969-7DF8-D7D175F6AD11}"/>
          </ac:spMkLst>
        </pc:spChg>
        <pc:picChg chg="add mod modCrop">
          <ac:chgData name="Xinyi Nie" userId="S::x7nie@uwaterloo.ca::ec8ecdca-98fc-4179-aa0a-f20571a72f06" providerId="AD" clId="Web-{01375B92-BBB0-4F6A-BC9B-BA04F53C6EF9}" dt="2025-10-17T03:44:23.898" v="56"/>
          <ac:picMkLst>
            <pc:docMk/>
            <pc:sldMk cId="2216633403" sldId="267"/>
            <ac:picMk id="3" creationId="{72DD5CA0-DB04-2BEA-B3BB-2AFAD2B8827C}"/>
          </ac:picMkLst>
        </pc:picChg>
        <pc:picChg chg="add mod modCrop">
          <ac:chgData name="Xinyi Nie" userId="S::x7nie@uwaterloo.ca::ec8ecdca-98fc-4179-aa0a-f20571a72f06" providerId="AD" clId="Web-{01375B92-BBB0-4F6A-BC9B-BA04F53C6EF9}" dt="2025-10-17T03:44:29.929" v="57" actId="1076"/>
          <ac:picMkLst>
            <pc:docMk/>
            <pc:sldMk cId="2216633403" sldId="267"/>
            <ac:picMk id="5" creationId="{33D3B6B7-3A47-869F-ADCC-3C1D6BFDA0DA}"/>
          </ac:picMkLst>
        </pc:picChg>
      </pc:sldChg>
      <pc:sldChg chg="addSp modSp add replId">
        <pc:chgData name="Xinyi Nie" userId="S::x7nie@uwaterloo.ca::ec8ecdca-98fc-4179-aa0a-f20571a72f06" providerId="AD" clId="Web-{01375B92-BBB0-4F6A-BC9B-BA04F53C6EF9}" dt="2025-10-17T03:49:11.494" v="125" actId="14100"/>
        <pc:sldMkLst>
          <pc:docMk/>
          <pc:sldMk cId="1483016745" sldId="268"/>
        </pc:sldMkLst>
        <pc:spChg chg="mod">
          <ac:chgData name="Xinyi Nie" userId="S::x7nie@uwaterloo.ca::ec8ecdca-98fc-4179-aa0a-f20571a72f06" providerId="AD" clId="Web-{01375B92-BBB0-4F6A-BC9B-BA04F53C6EF9}" dt="2025-10-17T03:47:30.259" v="104" actId="20577"/>
          <ac:spMkLst>
            <pc:docMk/>
            <pc:sldMk cId="1483016745" sldId="268"/>
            <ac:spMk id="2" creationId="{60C62064-6734-D5D4-330D-A4D18ABFB3F6}"/>
          </ac:spMkLst>
        </pc:spChg>
        <pc:spChg chg="mod">
          <ac:chgData name="Xinyi Nie" userId="S::x7nie@uwaterloo.ca::ec8ecdca-98fc-4179-aa0a-f20571a72f06" providerId="AD" clId="Web-{01375B92-BBB0-4F6A-BC9B-BA04F53C6EF9}" dt="2025-10-17T03:49:11.494" v="125" actId="14100"/>
          <ac:spMkLst>
            <pc:docMk/>
            <pc:sldMk cId="1483016745" sldId="268"/>
            <ac:spMk id="4" creationId="{60696EE2-AD83-3CC1-9DFB-009176C789EB}"/>
          </ac:spMkLst>
        </pc:spChg>
        <pc:picChg chg="add mod modCrop">
          <ac:chgData name="Xinyi Nie" userId="S::x7nie@uwaterloo.ca::ec8ecdca-98fc-4179-aa0a-f20571a72f06" providerId="AD" clId="Web-{01375B92-BBB0-4F6A-BC9B-BA04F53C6EF9}" dt="2025-10-17T03:48:25.087" v="118"/>
          <ac:picMkLst>
            <pc:docMk/>
            <pc:sldMk cId="1483016745" sldId="268"/>
            <ac:picMk id="3" creationId="{2F1CA4B6-201C-F81F-1A91-D2E5A3A19831}"/>
          </ac:picMkLst>
        </pc:picChg>
      </pc:sldChg>
      <pc:sldChg chg="addSp delSp modSp add replId">
        <pc:chgData name="Xinyi Nie" userId="S::x7nie@uwaterloo.ca::ec8ecdca-98fc-4179-aa0a-f20571a72f06" providerId="AD" clId="Web-{01375B92-BBB0-4F6A-BC9B-BA04F53C6EF9}" dt="2025-10-17T04:10:19.988" v="385" actId="20577"/>
        <pc:sldMkLst>
          <pc:docMk/>
          <pc:sldMk cId="1820099070" sldId="269"/>
        </pc:sldMkLst>
        <pc:spChg chg="del mod">
          <ac:chgData name="Xinyi Nie" userId="S::x7nie@uwaterloo.ca::ec8ecdca-98fc-4179-aa0a-f20571a72f06" providerId="AD" clId="Web-{01375B92-BBB0-4F6A-BC9B-BA04F53C6EF9}" dt="2025-10-17T04:09:59.753" v="378"/>
          <ac:spMkLst>
            <pc:docMk/>
            <pc:sldMk cId="1820099070" sldId="269"/>
            <ac:spMk id="2" creationId="{4C975E0A-35FD-6D67-6EF3-894AB61DB1E8}"/>
          </ac:spMkLst>
        </pc:spChg>
        <pc:spChg chg="mod">
          <ac:chgData name="Xinyi Nie" userId="S::x7nie@uwaterloo.ca::ec8ecdca-98fc-4179-aa0a-f20571a72f06" providerId="AD" clId="Web-{01375B92-BBB0-4F6A-BC9B-BA04F53C6EF9}" dt="2025-10-17T04:10:19.988" v="385" actId="20577"/>
          <ac:spMkLst>
            <pc:docMk/>
            <pc:sldMk cId="1820099070" sldId="269"/>
            <ac:spMk id="4" creationId="{74CF7461-31EC-3926-940F-CC17D9CAEC34}"/>
          </ac:spMkLst>
        </pc:spChg>
        <pc:spChg chg="add del mod">
          <ac:chgData name="Xinyi Nie" userId="S::x7nie@uwaterloo.ca::ec8ecdca-98fc-4179-aa0a-f20571a72f06" providerId="AD" clId="Web-{01375B92-BBB0-4F6A-BC9B-BA04F53C6EF9}" dt="2025-10-17T04:00:07.907" v="250"/>
          <ac:spMkLst>
            <pc:docMk/>
            <pc:sldMk cId="1820099070" sldId="269"/>
            <ac:spMk id="12" creationId="{CBAFF485-A8C8-74EA-1041-C889FABFDCC1}"/>
          </ac:spMkLst>
        </pc:spChg>
        <pc:spChg chg="add del mod">
          <ac:chgData name="Xinyi Nie" userId="S::x7nie@uwaterloo.ca::ec8ecdca-98fc-4179-aa0a-f20571a72f06" providerId="AD" clId="Web-{01375B92-BBB0-4F6A-BC9B-BA04F53C6EF9}" dt="2025-10-17T04:10:13.910" v="384"/>
          <ac:spMkLst>
            <pc:docMk/>
            <pc:sldMk cId="1820099070" sldId="269"/>
            <ac:spMk id="16" creationId="{49075BDD-179A-E47A-75A3-25C7E5840BC4}"/>
          </ac:spMkLst>
        </pc:spChg>
        <pc:picChg chg="mod modCrop">
          <ac:chgData name="Xinyi Nie" userId="S::x7nie@uwaterloo.ca::ec8ecdca-98fc-4179-aa0a-f20571a72f06" providerId="AD" clId="Web-{01375B92-BBB0-4F6A-BC9B-BA04F53C6EF9}" dt="2025-10-17T04:10:09.238" v="379" actId="1076"/>
          <ac:picMkLst>
            <pc:docMk/>
            <pc:sldMk cId="1820099070" sldId="269"/>
            <ac:picMk id="3" creationId="{2A4FD84F-7638-11BB-2707-39577026EF56}"/>
          </ac:picMkLst>
        </pc:picChg>
        <pc:picChg chg="add del mod">
          <ac:chgData name="Xinyi Nie" userId="S::x7nie@uwaterloo.ca::ec8ecdca-98fc-4179-aa0a-f20571a72f06" providerId="AD" clId="Web-{01375B92-BBB0-4F6A-BC9B-BA04F53C6EF9}" dt="2025-10-17T03:52:32.746" v="157"/>
          <ac:picMkLst>
            <pc:docMk/>
            <pc:sldMk cId="1820099070" sldId="269"/>
            <ac:picMk id="5" creationId="{168A1BAB-F538-BA01-28FA-A4EAAA6E8F75}"/>
          </ac:picMkLst>
        </pc:picChg>
        <pc:picChg chg="add del mod">
          <ac:chgData name="Xinyi Nie" userId="S::x7nie@uwaterloo.ca::ec8ecdca-98fc-4179-aa0a-f20571a72f06" providerId="AD" clId="Web-{01375B92-BBB0-4F6A-BC9B-BA04F53C6EF9}" dt="2025-10-17T03:53:25.528" v="172"/>
          <ac:picMkLst>
            <pc:docMk/>
            <pc:sldMk cId="1820099070" sldId="269"/>
            <ac:picMk id="6" creationId="{990A0A4E-A93F-B112-5339-5F4BAEBF1286}"/>
          </ac:picMkLst>
        </pc:picChg>
        <pc:picChg chg="add del mod">
          <ac:chgData name="Xinyi Nie" userId="S::x7nie@uwaterloo.ca::ec8ecdca-98fc-4179-aa0a-f20571a72f06" providerId="AD" clId="Web-{01375B92-BBB0-4F6A-BC9B-BA04F53C6EF9}" dt="2025-10-17T03:56:19.873" v="185"/>
          <ac:picMkLst>
            <pc:docMk/>
            <pc:sldMk cId="1820099070" sldId="269"/>
            <ac:picMk id="8" creationId="{D8F21147-C38A-F6D1-16EA-8BBC9AC18FD2}"/>
          </ac:picMkLst>
        </pc:picChg>
        <pc:picChg chg="add mod modCrop">
          <ac:chgData name="Xinyi Nie" userId="S::x7nie@uwaterloo.ca::ec8ecdca-98fc-4179-aa0a-f20571a72f06" providerId="AD" clId="Web-{01375B92-BBB0-4F6A-BC9B-BA04F53C6EF9}" dt="2025-10-17T04:10:09.300" v="380" actId="1076"/>
          <ac:picMkLst>
            <pc:docMk/>
            <pc:sldMk cId="1820099070" sldId="269"/>
            <ac:picMk id="9" creationId="{E4301EDD-C6FA-078E-C63F-6A7F56D828CC}"/>
          </ac:picMkLst>
        </pc:picChg>
        <pc:picChg chg="add mod modCrop">
          <ac:chgData name="Xinyi Nie" userId="S::x7nie@uwaterloo.ca::ec8ecdca-98fc-4179-aa0a-f20571a72f06" providerId="AD" clId="Web-{01375B92-BBB0-4F6A-BC9B-BA04F53C6EF9}" dt="2025-10-17T04:10:09.332" v="381" actId="1076"/>
          <ac:picMkLst>
            <pc:docMk/>
            <pc:sldMk cId="1820099070" sldId="269"/>
            <ac:picMk id="10" creationId="{F4A2078F-CCB5-4A83-8F2A-A93C77E0F173}"/>
          </ac:picMkLst>
        </pc:picChg>
        <pc:picChg chg="add mod modCrop">
          <ac:chgData name="Xinyi Nie" userId="S::x7nie@uwaterloo.ca::ec8ecdca-98fc-4179-aa0a-f20571a72f06" providerId="AD" clId="Web-{01375B92-BBB0-4F6A-BC9B-BA04F53C6EF9}" dt="2025-10-17T04:10:09.347" v="382" actId="1076"/>
          <ac:picMkLst>
            <pc:docMk/>
            <pc:sldMk cId="1820099070" sldId="269"/>
            <ac:picMk id="11" creationId="{FC4CD8F0-2F70-26AF-6903-ECCCA90F8067}"/>
          </ac:picMkLst>
        </pc:picChg>
        <pc:picChg chg="add del mod modCrop">
          <ac:chgData name="Xinyi Nie" userId="S::x7nie@uwaterloo.ca::ec8ecdca-98fc-4179-aa0a-f20571a72f06" providerId="AD" clId="Web-{01375B92-BBB0-4F6A-BC9B-BA04F53C6EF9}" dt="2025-10-17T03:59:36.142" v="248"/>
          <ac:picMkLst>
            <pc:docMk/>
            <pc:sldMk cId="1820099070" sldId="269"/>
            <ac:picMk id="13" creationId="{A18FEFBE-8855-E94C-ACDB-E72A8E47907A}"/>
          </ac:picMkLst>
        </pc:picChg>
        <pc:picChg chg="add mod">
          <ac:chgData name="Xinyi Nie" userId="S::x7nie@uwaterloo.ca::ec8ecdca-98fc-4179-aa0a-f20571a72f06" providerId="AD" clId="Web-{01375B92-BBB0-4F6A-BC9B-BA04F53C6EF9}" dt="2025-10-17T04:10:09.363" v="383" actId="1076"/>
          <ac:picMkLst>
            <pc:docMk/>
            <pc:sldMk cId="1820099070" sldId="269"/>
            <ac:picMk id="14" creationId="{AEAF4D6F-C0B4-8297-0DE1-98528C694283}"/>
          </ac:picMkLst>
        </pc:picChg>
      </pc:sldChg>
      <pc:sldChg chg="addSp delSp modSp add mod replId setBg">
        <pc:chgData name="Xinyi Nie" userId="S::x7nie@uwaterloo.ca::ec8ecdca-98fc-4179-aa0a-f20571a72f06" providerId="AD" clId="Web-{01375B92-BBB0-4F6A-BC9B-BA04F53C6EF9}" dt="2025-10-17T04:18:43.666" v="490" actId="1076"/>
        <pc:sldMkLst>
          <pc:docMk/>
          <pc:sldMk cId="1758001015" sldId="270"/>
        </pc:sldMkLst>
        <pc:spChg chg="del mod">
          <ac:chgData name="Xinyi Nie" userId="S::x7nie@uwaterloo.ca::ec8ecdca-98fc-4179-aa0a-f20571a72f06" providerId="AD" clId="Web-{01375B92-BBB0-4F6A-BC9B-BA04F53C6EF9}" dt="2025-10-17T04:11:39.004" v="394"/>
          <ac:spMkLst>
            <pc:docMk/>
            <pc:sldMk cId="1758001015" sldId="270"/>
            <ac:spMk id="2" creationId="{ADA6E359-2DF2-9DA0-4634-3782D81D6BE3}"/>
          </ac:spMkLst>
        </pc:spChg>
        <pc:spChg chg="del">
          <ac:chgData name="Xinyi Nie" userId="S::x7nie@uwaterloo.ca::ec8ecdca-98fc-4179-aa0a-f20571a72f06" providerId="AD" clId="Web-{01375B92-BBB0-4F6A-BC9B-BA04F53C6EF9}" dt="2025-10-17T04:09:39.425" v="376"/>
          <ac:spMkLst>
            <pc:docMk/>
            <pc:sldMk cId="1758001015" sldId="270"/>
            <ac:spMk id="4" creationId="{B31CC58D-D2D7-3308-C42F-133C9850BACD}"/>
          </ac:spMkLst>
        </pc:spChg>
        <pc:spChg chg="add del mod">
          <ac:chgData name="Xinyi Nie" userId="S::x7nie@uwaterloo.ca::ec8ecdca-98fc-4179-aa0a-f20571a72f06" providerId="AD" clId="Web-{01375B92-BBB0-4F6A-BC9B-BA04F53C6EF9}" dt="2025-10-17T04:11:42.504" v="396"/>
          <ac:spMkLst>
            <pc:docMk/>
            <pc:sldMk cId="1758001015" sldId="270"/>
            <ac:spMk id="9" creationId="{7EF69860-FAAF-F5DA-6087-E8A8183F36F2}"/>
          </ac:spMkLst>
        </pc:spChg>
        <pc:spChg chg="add del">
          <ac:chgData name="Xinyi Nie" userId="S::x7nie@uwaterloo.ca::ec8ecdca-98fc-4179-aa0a-f20571a72f06" providerId="AD" clId="Web-{01375B92-BBB0-4F6A-BC9B-BA04F53C6EF9}" dt="2025-10-17T04:11:25.395" v="391"/>
          <ac:spMkLst>
            <pc:docMk/>
            <pc:sldMk cId="1758001015" sldId="270"/>
            <ac:spMk id="12" creationId="{99ED5833-B85B-4103-8A3B-CAB0308E6C15}"/>
          </ac:spMkLst>
        </pc:spChg>
        <pc:spChg chg="add mod">
          <ac:chgData name="Xinyi Nie" userId="S::x7nie@uwaterloo.ca::ec8ecdca-98fc-4179-aa0a-f20571a72f06" providerId="AD" clId="Web-{01375B92-BBB0-4F6A-BC9B-BA04F53C6EF9}" dt="2025-10-17T04:18:43.666" v="490" actId="1076"/>
          <ac:spMkLst>
            <pc:docMk/>
            <pc:sldMk cId="1758001015" sldId="270"/>
            <ac:spMk id="14" creationId="{3C6AEBAB-D115-5E15-CB34-670FF48636DD}"/>
          </ac:spMkLst>
        </pc:spChg>
        <pc:spChg chg="add mod">
          <ac:chgData name="Xinyi Nie" userId="S::x7nie@uwaterloo.ca::ec8ecdca-98fc-4179-aa0a-f20571a72f06" providerId="AD" clId="Web-{01375B92-BBB0-4F6A-BC9B-BA04F53C6EF9}" dt="2025-10-17T04:17:52.712" v="479" actId="20577"/>
          <ac:spMkLst>
            <pc:docMk/>
            <pc:sldMk cId="1758001015" sldId="270"/>
            <ac:spMk id="15" creationId="{1830E182-AD25-3EE9-47F9-95AEF3B6925C}"/>
          </ac:spMkLst>
        </pc:spChg>
        <pc:grpChg chg="add mod">
          <ac:chgData name="Xinyi Nie" userId="S::x7nie@uwaterloo.ca::ec8ecdca-98fc-4179-aa0a-f20571a72f06" providerId="AD" clId="Web-{01375B92-BBB0-4F6A-BC9B-BA04F53C6EF9}" dt="2025-10-17T04:18:38.588" v="489" actId="1076"/>
          <ac:grpSpMkLst>
            <pc:docMk/>
            <pc:sldMk cId="1758001015" sldId="270"/>
            <ac:grpSpMk id="16" creationId="{7A47E051-3722-594B-2070-9366A24090EF}"/>
          </ac:grpSpMkLst>
        </pc:grpChg>
        <pc:picChg chg="del">
          <ac:chgData name="Xinyi Nie" userId="S::x7nie@uwaterloo.ca::ec8ecdca-98fc-4179-aa0a-f20571a72f06" providerId="AD" clId="Web-{01375B92-BBB0-4F6A-BC9B-BA04F53C6EF9}" dt="2025-10-17T03:53:11.168" v="168"/>
          <ac:picMkLst>
            <pc:docMk/>
            <pc:sldMk cId="1758001015" sldId="270"/>
            <ac:picMk id="3" creationId="{D60BEB16-5472-9BA8-C9C3-641E6BED2F7B}"/>
          </ac:picMkLst>
        </pc:picChg>
        <pc:picChg chg="add mod ord modCrop">
          <ac:chgData name="Xinyi Nie" userId="S::x7nie@uwaterloo.ca::ec8ecdca-98fc-4179-aa0a-f20571a72f06" providerId="AD" clId="Web-{01375B92-BBB0-4F6A-BC9B-BA04F53C6EF9}" dt="2025-10-17T04:17:12.743" v="455" actId="1076"/>
          <ac:picMkLst>
            <pc:docMk/>
            <pc:sldMk cId="1758001015" sldId="270"/>
            <ac:picMk id="5" creationId="{5C234576-E91B-B93A-FE0D-3915D0E8FB5F}"/>
          </ac:picMkLst>
        </pc:picChg>
        <pc:picChg chg="del mod">
          <ac:chgData name="Xinyi Nie" userId="S::x7nie@uwaterloo.ca::ec8ecdca-98fc-4179-aa0a-f20571a72f06" providerId="AD" clId="Web-{01375B92-BBB0-4F6A-BC9B-BA04F53C6EF9}" dt="2025-10-17T04:09:20.092" v="374"/>
          <ac:picMkLst>
            <pc:docMk/>
            <pc:sldMk cId="1758001015" sldId="270"/>
            <ac:picMk id="6" creationId="{FFAAC969-A828-0F04-4122-0D667BFE3ABD}"/>
          </ac:picMkLst>
        </pc:picChg>
        <pc:picChg chg="add mod modCrop">
          <ac:chgData name="Xinyi Nie" userId="S::x7nie@uwaterloo.ca::ec8ecdca-98fc-4179-aa0a-f20571a72f06" providerId="AD" clId="Web-{01375B92-BBB0-4F6A-BC9B-BA04F53C6EF9}" dt="2025-10-17T04:18:02.806" v="480" actId="1076"/>
          <ac:picMkLst>
            <pc:docMk/>
            <pc:sldMk cId="1758001015" sldId="270"/>
            <ac:picMk id="7" creationId="{62776B9E-2667-C6B2-E6A9-C42E35236794}"/>
          </ac:picMkLst>
        </pc:picChg>
        <pc:picChg chg="add del mod modCrop">
          <ac:chgData name="Xinyi Nie" userId="S::x7nie@uwaterloo.ca::ec8ecdca-98fc-4179-aa0a-f20571a72f06" providerId="AD" clId="Web-{01375B92-BBB0-4F6A-BC9B-BA04F53C6EF9}" dt="2025-10-17T04:16:01.508" v="445"/>
          <ac:picMkLst>
            <pc:docMk/>
            <pc:sldMk cId="1758001015" sldId="270"/>
            <ac:picMk id="10" creationId="{54D8B57C-BE91-84D9-B750-1979BC18FC10}"/>
          </ac:picMkLst>
        </pc:picChg>
        <pc:picChg chg="add mod ord">
          <ac:chgData name="Xinyi Nie" userId="S::x7nie@uwaterloo.ca::ec8ecdca-98fc-4179-aa0a-f20571a72f06" providerId="AD" clId="Web-{01375B92-BBB0-4F6A-BC9B-BA04F53C6EF9}" dt="2025-10-17T04:18:02.822" v="481" actId="1076"/>
          <ac:picMkLst>
            <pc:docMk/>
            <pc:sldMk cId="1758001015" sldId="270"/>
            <ac:picMk id="11" creationId="{08E74D02-C1D3-E98D-CB5E-2BE711F3D4BD}"/>
          </ac:picMkLst>
        </pc:picChg>
        <pc:picChg chg="add mod ord">
          <ac:chgData name="Xinyi Nie" userId="S::x7nie@uwaterloo.ca::ec8ecdca-98fc-4179-aa0a-f20571a72f06" providerId="AD" clId="Web-{01375B92-BBB0-4F6A-BC9B-BA04F53C6EF9}" dt="2025-10-17T04:18:02.838" v="482" actId="1076"/>
          <ac:picMkLst>
            <pc:docMk/>
            <pc:sldMk cId="1758001015" sldId="270"/>
            <ac:picMk id="13" creationId="{5D3723F7-458C-5041-ED2F-1F79813AFC97}"/>
          </ac:picMkLst>
        </pc:picChg>
      </pc:sldChg>
      <pc:sldChg chg="addSp modSp add replId">
        <pc:chgData name="Xinyi Nie" userId="S::x7nie@uwaterloo.ca::ec8ecdca-98fc-4179-aa0a-f20571a72f06" providerId="AD" clId="Web-{01375B92-BBB0-4F6A-BC9B-BA04F53C6EF9}" dt="2025-10-17T04:31:40.143" v="652" actId="1076"/>
        <pc:sldMkLst>
          <pc:docMk/>
          <pc:sldMk cId="2163339248" sldId="271"/>
        </pc:sldMkLst>
        <pc:spChg chg="mod">
          <ac:chgData name="Xinyi Nie" userId="S::x7nie@uwaterloo.ca::ec8ecdca-98fc-4179-aa0a-f20571a72f06" providerId="AD" clId="Web-{01375B92-BBB0-4F6A-BC9B-BA04F53C6EF9}" dt="2025-10-17T04:23:06.199" v="535" actId="1076"/>
          <ac:spMkLst>
            <pc:docMk/>
            <pc:sldMk cId="2163339248" sldId="271"/>
            <ac:spMk id="2" creationId="{165A94FB-F4F1-7308-98F2-BDB9BD269399}"/>
          </ac:spMkLst>
        </pc:spChg>
        <pc:spChg chg="mod">
          <ac:chgData name="Xinyi Nie" userId="S::x7nie@uwaterloo.ca::ec8ecdca-98fc-4179-aa0a-f20571a72f06" providerId="AD" clId="Web-{01375B92-BBB0-4F6A-BC9B-BA04F53C6EF9}" dt="2025-10-17T04:30:35.593" v="639" actId="1076"/>
          <ac:spMkLst>
            <pc:docMk/>
            <pc:sldMk cId="2163339248" sldId="271"/>
            <ac:spMk id="4" creationId="{236EA369-4F6E-D495-2BCA-7E5D3930A94C}"/>
          </ac:spMkLst>
        </pc:spChg>
        <pc:picChg chg="add mod ord">
          <ac:chgData name="Xinyi Nie" userId="S::x7nie@uwaterloo.ca::ec8ecdca-98fc-4179-aa0a-f20571a72f06" providerId="AD" clId="Web-{01375B92-BBB0-4F6A-BC9B-BA04F53C6EF9}" dt="2025-10-17T04:31:26.970" v="649"/>
          <ac:picMkLst>
            <pc:docMk/>
            <pc:sldMk cId="2163339248" sldId="271"/>
            <ac:picMk id="3" creationId="{661C6696-16EE-38F4-89E5-9A74593D9331}"/>
          </ac:picMkLst>
        </pc:picChg>
        <pc:picChg chg="add mod ord">
          <ac:chgData name="Xinyi Nie" userId="S::x7nie@uwaterloo.ca::ec8ecdca-98fc-4179-aa0a-f20571a72f06" providerId="AD" clId="Web-{01375B92-BBB0-4F6A-BC9B-BA04F53C6EF9}" dt="2025-10-17T04:31:02.376" v="647" actId="1076"/>
          <ac:picMkLst>
            <pc:docMk/>
            <pc:sldMk cId="2163339248" sldId="271"/>
            <ac:picMk id="5" creationId="{2518D372-0700-D377-76D4-C92D4715B8F1}"/>
          </ac:picMkLst>
        </pc:picChg>
        <pc:picChg chg="add mod">
          <ac:chgData name="Xinyi Nie" userId="S::x7nie@uwaterloo.ca::ec8ecdca-98fc-4179-aa0a-f20571a72f06" providerId="AD" clId="Web-{01375B92-BBB0-4F6A-BC9B-BA04F53C6EF9}" dt="2025-10-17T04:31:40.143" v="652" actId="1076"/>
          <ac:picMkLst>
            <pc:docMk/>
            <pc:sldMk cId="2163339248" sldId="271"/>
            <ac:picMk id="6" creationId="{4A7350CE-ECE0-6FCD-1930-3C51784A72CB}"/>
          </ac:picMkLst>
        </pc:picChg>
        <pc:picChg chg="add mod">
          <ac:chgData name="Xinyi Nie" userId="S::x7nie@uwaterloo.ca::ec8ecdca-98fc-4179-aa0a-f20571a72f06" providerId="AD" clId="Web-{01375B92-BBB0-4F6A-BC9B-BA04F53C6EF9}" dt="2025-10-17T04:31:02.391" v="648" actId="1076"/>
          <ac:picMkLst>
            <pc:docMk/>
            <pc:sldMk cId="2163339248" sldId="271"/>
            <ac:picMk id="7" creationId="{F1E03C3C-CF6A-1D2A-6985-7F0F59083FAD}"/>
          </ac:picMkLst>
        </pc:picChg>
      </pc:sldChg>
      <pc:sldChg chg="addSp delSp modSp new">
        <pc:chgData name="Xinyi Nie" userId="S::x7nie@uwaterloo.ca::ec8ecdca-98fc-4179-aa0a-f20571a72f06" providerId="AD" clId="Web-{01375B92-BBB0-4F6A-BC9B-BA04F53C6EF9}" dt="2025-10-17T04:32:54.614" v="670" actId="20577"/>
        <pc:sldMkLst>
          <pc:docMk/>
          <pc:sldMk cId="2476202823" sldId="272"/>
        </pc:sldMkLst>
        <pc:spChg chg="del">
          <ac:chgData name="Xinyi Nie" userId="S::x7nie@uwaterloo.ca::ec8ecdca-98fc-4179-aa0a-f20571a72f06" providerId="AD" clId="Web-{01375B92-BBB0-4F6A-BC9B-BA04F53C6EF9}" dt="2025-10-17T04:24:30.590" v="548"/>
          <ac:spMkLst>
            <pc:docMk/>
            <pc:sldMk cId="2476202823" sldId="272"/>
            <ac:spMk id="2" creationId="{B0D52EDE-4C98-3043-6294-DEEB91906AAD}"/>
          </ac:spMkLst>
        </pc:spChg>
        <pc:spChg chg="del">
          <ac:chgData name="Xinyi Nie" userId="S::x7nie@uwaterloo.ca::ec8ecdca-98fc-4179-aa0a-f20571a72f06" providerId="AD" clId="Web-{01375B92-BBB0-4F6A-BC9B-BA04F53C6EF9}" dt="2025-10-17T04:24:21.902" v="546"/>
          <ac:spMkLst>
            <pc:docMk/>
            <pc:sldMk cId="2476202823" sldId="272"/>
            <ac:spMk id="3" creationId="{7CCA7C0F-2967-9CE5-CBA1-99B6E2975BCD}"/>
          </ac:spMkLst>
        </pc:spChg>
        <pc:spChg chg="add mod">
          <ac:chgData name="Xinyi Nie" userId="S::x7nie@uwaterloo.ca::ec8ecdca-98fc-4179-aa0a-f20571a72f06" providerId="AD" clId="Web-{01375B92-BBB0-4F6A-BC9B-BA04F53C6EF9}" dt="2025-10-17T04:32:54.614" v="670" actId="20577"/>
          <ac:spMkLst>
            <pc:docMk/>
            <pc:sldMk cId="2476202823" sldId="272"/>
            <ac:spMk id="6" creationId="{58AEF9D0-953D-895C-4126-1DCE9A2AFAA2}"/>
          </ac:spMkLst>
        </pc:spChg>
        <pc:picChg chg="add mod ord">
          <ac:chgData name="Xinyi Nie" userId="S::x7nie@uwaterloo.ca::ec8ecdca-98fc-4179-aa0a-f20571a72f06" providerId="AD" clId="Web-{01375B92-BBB0-4F6A-BC9B-BA04F53C6EF9}" dt="2025-10-17T04:31:54.534" v="654" actId="1076"/>
          <ac:picMkLst>
            <pc:docMk/>
            <pc:sldMk cId="2476202823" sldId="272"/>
            <ac:picMk id="4" creationId="{067AD97B-E269-7908-1C10-B6460BC2BAD4}"/>
          </ac:picMkLst>
        </pc:picChg>
      </pc:sldChg>
      <pc:sldChg chg="addSp delSp modSp new">
        <pc:chgData name="Xinyi Nie" userId="S::x7nie@uwaterloo.ca::ec8ecdca-98fc-4179-aa0a-f20571a72f06" providerId="AD" clId="Web-{01375B92-BBB0-4F6A-BC9B-BA04F53C6EF9}" dt="2025-10-17T04:33:38.599" v="702" actId="20577"/>
        <pc:sldMkLst>
          <pc:docMk/>
          <pc:sldMk cId="2932359639" sldId="273"/>
        </pc:sldMkLst>
        <pc:spChg chg="del">
          <ac:chgData name="Xinyi Nie" userId="S::x7nie@uwaterloo.ca::ec8ecdca-98fc-4179-aa0a-f20571a72f06" providerId="AD" clId="Web-{01375B92-BBB0-4F6A-BC9B-BA04F53C6EF9}" dt="2025-10-17T04:25:11.496" v="550"/>
          <ac:spMkLst>
            <pc:docMk/>
            <pc:sldMk cId="2932359639" sldId="273"/>
            <ac:spMk id="2" creationId="{2E44601F-94E3-1A10-B90E-EEA5C857BA35}"/>
          </ac:spMkLst>
        </pc:spChg>
        <pc:spChg chg="del">
          <ac:chgData name="Xinyi Nie" userId="S::x7nie@uwaterloo.ca::ec8ecdca-98fc-4179-aa0a-f20571a72f06" providerId="AD" clId="Web-{01375B92-BBB0-4F6A-BC9B-BA04F53C6EF9}" dt="2025-10-17T04:25:13.137" v="551"/>
          <ac:spMkLst>
            <pc:docMk/>
            <pc:sldMk cId="2932359639" sldId="273"/>
            <ac:spMk id="3" creationId="{EAA1B910-471D-8A67-1C81-EDE0A4BAD3EB}"/>
          </ac:spMkLst>
        </pc:spChg>
        <pc:spChg chg="add mod">
          <ac:chgData name="Xinyi Nie" userId="S::x7nie@uwaterloo.ca::ec8ecdca-98fc-4179-aa0a-f20571a72f06" providerId="AD" clId="Web-{01375B92-BBB0-4F6A-BC9B-BA04F53C6EF9}" dt="2025-10-17T04:25:13.356" v="552"/>
          <ac:spMkLst>
            <pc:docMk/>
            <pc:sldMk cId="2932359639" sldId="273"/>
            <ac:spMk id="5" creationId="{E4950D01-6A53-BCF0-AAB0-0806B03FC7CF}"/>
          </ac:spMkLst>
        </pc:spChg>
        <pc:spChg chg="add mod">
          <ac:chgData name="Xinyi Nie" userId="S::x7nie@uwaterloo.ca::ec8ecdca-98fc-4179-aa0a-f20571a72f06" providerId="AD" clId="Web-{01375B92-BBB0-4F6A-BC9B-BA04F53C6EF9}" dt="2025-10-17T04:33:38.599" v="702" actId="20577"/>
          <ac:spMkLst>
            <pc:docMk/>
            <pc:sldMk cId="2932359639" sldId="273"/>
            <ac:spMk id="7" creationId="{90DBFDE8-B46C-24AF-6B14-ACBAA2778E96}"/>
          </ac:spMkLst>
        </pc:spChg>
        <pc:picChg chg="add mod">
          <ac:chgData name="Xinyi Nie" userId="S::x7nie@uwaterloo.ca::ec8ecdca-98fc-4179-aa0a-f20571a72f06" providerId="AD" clId="Web-{01375B92-BBB0-4F6A-BC9B-BA04F53C6EF9}" dt="2025-10-17T04:28:28.825" v="616" actId="1076"/>
          <ac:picMkLst>
            <pc:docMk/>
            <pc:sldMk cId="2932359639" sldId="273"/>
            <ac:picMk id="8" creationId="{7BCBFEC4-C202-4142-2055-3B18D0AE49AC}"/>
          </ac:picMkLst>
        </pc:picChg>
      </pc:sldChg>
      <pc:sldChg chg="addSp delSp modSp new">
        <pc:chgData name="Xinyi Nie" userId="S::x7nie@uwaterloo.ca::ec8ecdca-98fc-4179-aa0a-f20571a72f06" providerId="AD" clId="Web-{01375B92-BBB0-4F6A-BC9B-BA04F53C6EF9}" dt="2025-10-17T04:34:33.804" v="723" actId="1076"/>
        <pc:sldMkLst>
          <pc:docMk/>
          <pc:sldMk cId="4220213885" sldId="274"/>
        </pc:sldMkLst>
        <pc:spChg chg="del">
          <ac:chgData name="Xinyi Nie" userId="S::x7nie@uwaterloo.ca::ec8ecdca-98fc-4179-aa0a-f20571a72f06" providerId="AD" clId="Web-{01375B92-BBB0-4F6A-BC9B-BA04F53C6EF9}" dt="2025-10-17T04:28:55.059" v="619"/>
          <ac:spMkLst>
            <pc:docMk/>
            <pc:sldMk cId="4220213885" sldId="274"/>
            <ac:spMk id="2" creationId="{37D110CF-2DFA-E791-D67E-2B833616ED2B}"/>
          </ac:spMkLst>
        </pc:spChg>
        <pc:spChg chg="del mod">
          <ac:chgData name="Xinyi Nie" userId="S::x7nie@uwaterloo.ca::ec8ecdca-98fc-4179-aa0a-f20571a72f06" providerId="AD" clId="Web-{01375B92-BBB0-4F6A-BC9B-BA04F53C6EF9}" dt="2025-10-17T04:28:56.450" v="620"/>
          <ac:spMkLst>
            <pc:docMk/>
            <pc:sldMk cId="4220213885" sldId="274"/>
            <ac:spMk id="3" creationId="{95F50780-3BD5-E6BC-1CCA-86E3E8CA4F34}"/>
          </ac:spMkLst>
        </pc:spChg>
        <pc:spChg chg="add mod">
          <ac:chgData name="Xinyi Nie" userId="S::x7nie@uwaterloo.ca::ec8ecdca-98fc-4179-aa0a-f20571a72f06" providerId="AD" clId="Web-{01375B92-BBB0-4F6A-BC9B-BA04F53C6EF9}" dt="2025-10-17T04:34:33.804" v="723" actId="1076"/>
          <ac:spMkLst>
            <pc:docMk/>
            <pc:sldMk cId="4220213885" sldId="274"/>
            <ac:spMk id="5" creationId="{3B7E787A-9247-A333-DF0E-1D413808DE90}"/>
          </ac:spMkLst>
        </pc:spChg>
        <pc:picChg chg="add mod">
          <ac:chgData name="Xinyi Nie" userId="S::x7nie@uwaterloo.ca::ec8ecdca-98fc-4179-aa0a-f20571a72f06" providerId="AD" clId="Web-{01375B92-BBB0-4F6A-BC9B-BA04F53C6EF9}" dt="2025-10-17T04:34:27.366" v="722" actId="1076"/>
          <ac:picMkLst>
            <pc:docMk/>
            <pc:sldMk cId="4220213885" sldId="274"/>
            <ac:picMk id="4" creationId="{1343F5A9-9348-4831-92F8-AE98A8A0F27A}"/>
          </ac:picMkLst>
        </pc:picChg>
      </pc:sldChg>
      <pc:sldChg chg="new del">
        <pc:chgData name="Xinyi Nie" userId="S::x7nie@uwaterloo.ca::ec8ecdca-98fc-4179-aa0a-f20571a72f06" providerId="AD" clId="Web-{01375B92-BBB0-4F6A-BC9B-BA04F53C6EF9}" dt="2025-10-17T04:35:38.024" v="726"/>
        <pc:sldMkLst>
          <pc:docMk/>
          <pc:sldMk cId="698412589" sldId="275"/>
        </pc:sldMkLst>
      </pc:sldChg>
      <pc:sldChg chg="addSp delSp modSp add replId">
        <pc:chgData name="Xinyi Nie" userId="S::x7nie@uwaterloo.ca::ec8ecdca-98fc-4179-aa0a-f20571a72f06" providerId="AD" clId="Web-{01375B92-BBB0-4F6A-BC9B-BA04F53C6EF9}" dt="2025-10-17T04:36:15.899" v="747" actId="20577"/>
        <pc:sldMkLst>
          <pc:docMk/>
          <pc:sldMk cId="4143747997" sldId="276"/>
        </pc:sldMkLst>
        <pc:spChg chg="mod">
          <ac:chgData name="Xinyi Nie" userId="S::x7nie@uwaterloo.ca::ec8ecdca-98fc-4179-aa0a-f20571a72f06" providerId="AD" clId="Web-{01375B92-BBB0-4F6A-BC9B-BA04F53C6EF9}" dt="2025-10-17T04:35:48.696" v="727" actId="20577"/>
          <ac:spMkLst>
            <pc:docMk/>
            <pc:sldMk cId="4143747997" sldId="276"/>
            <ac:spMk id="2" creationId="{390101D0-BC08-6113-0101-37B6E8B3C3EF}"/>
          </ac:spMkLst>
        </pc:spChg>
        <pc:spChg chg="add del mod">
          <ac:chgData name="Xinyi Nie" userId="S::x7nie@uwaterloo.ca::ec8ecdca-98fc-4179-aa0a-f20571a72f06" providerId="AD" clId="Web-{01375B92-BBB0-4F6A-BC9B-BA04F53C6EF9}" dt="2025-10-17T04:36:15.899" v="747" actId="20577"/>
          <ac:spMkLst>
            <pc:docMk/>
            <pc:sldMk cId="4143747997" sldId="276"/>
            <ac:spMk id="4" creationId="{A843C6D6-315D-D0CC-FCCA-6A2859F1C969}"/>
          </ac:spMkLst>
        </pc:spChg>
        <pc:spChg chg="add del mod">
          <ac:chgData name="Xinyi Nie" userId="S::x7nie@uwaterloo.ca::ec8ecdca-98fc-4179-aa0a-f20571a72f06" providerId="AD" clId="Web-{01375B92-BBB0-4F6A-BC9B-BA04F53C6EF9}" dt="2025-10-17T04:36:07.055" v="741"/>
          <ac:spMkLst>
            <pc:docMk/>
            <pc:sldMk cId="4143747997" sldId="276"/>
            <ac:spMk id="6" creationId="{DCF4C2FE-6AD6-5C1C-0502-C560C362B29B}"/>
          </ac:spMkLst>
        </pc:spChg>
        <pc:graphicFrameChg chg="add del mod">
          <ac:chgData name="Xinyi Nie" userId="S::x7nie@uwaterloo.ca::ec8ecdca-98fc-4179-aa0a-f20571a72f06" providerId="AD" clId="Web-{01375B92-BBB0-4F6A-BC9B-BA04F53C6EF9}" dt="2025-10-17T04:36:07.055" v="742"/>
          <ac:graphicFrameMkLst>
            <pc:docMk/>
            <pc:sldMk cId="4143747997" sldId="276"/>
            <ac:graphicFrameMk id="5" creationId="{F1A284F4-F3D0-9FF7-DD84-3165FE777D3D}"/>
          </ac:graphicFrameMkLst>
        </pc:graphicFrameChg>
      </pc:sldChg>
    </pc:docChg>
  </pc:docChgLst>
  <pc:docChgLst>
    <pc:chgData name="Xinyi Nie" userId="S::x7nie@uwaterloo.ca::ec8ecdca-98fc-4179-aa0a-f20571a72f06" providerId="AD" clId="Web-{09C99D3C-9B1F-47F2-AA6D-6A0A14478FAD}"/>
    <pc:docChg chg="modSld">
      <pc:chgData name="Xinyi Nie" userId="S::x7nie@uwaterloo.ca::ec8ecdca-98fc-4179-aa0a-f20571a72f06" providerId="AD" clId="Web-{09C99D3C-9B1F-47F2-AA6D-6A0A14478FAD}" dt="2025-10-17T04:38:31.569" v="14" actId="1076"/>
      <pc:docMkLst>
        <pc:docMk/>
      </pc:docMkLst>
      <pc:sldChg chg="addSp modSp">
        <pc:chgData name="Xinyi Nie" userId="S::x7nie@uwaterloo.ca::ec8ecdca-98fc-4179-aa0a-f20571a72f06" providerId="AD" clId="Web-{09C99D3C-9B1F-47F2-AA6D-6A0A14478FAD}" dt="2025-10-17T04:38:31.569" v="14" actId="1076"/>
        <pc:sldMkLst>
          <pc:docMk/>
          <pc:sldMk cId="4143747997" sldId="276"/>
        </pc:sldMkLst>
        <pc:spChg chg="mod">
          <ac:chgData name="Xinyi Nie" userId="S::x7nie@uwaterloo.ca::ec8ecdca-98fc-4179-aa0a-f20571a72f06" providerId="AD" clId="Web-{09C99D3C-9B1F-47F2-AA6D-6A0A14478FAD}" dt="2025-10-17T04:36:53.036" v="4" actId="20577"/>
          <ac:spMkLst>
            <pc:docMk/>
            <pc:sldMk cId="4143747997" sldId="276"/>
            <ac:spMk id="4" creationId="{A843C6D6-315D-D0CC-FCCA-6A2859F1C969}"/>
          </ac:spMkLst>
        </pc:spChg>
        <pc:graphicFrameChg chg="add mod modGraphic">
          <ac:chgData name="Xinyi Nie" userId="S::x7nie@uwaterloo.ca::ec8ecdca-98fc-4179-aa0a-f20571a72f06" providerId="AD" clId="Web-{09C99D3C-9B1F-47F2-AA6D-6A0A14478FAD}" dt="2025-10-17T04:37:33.162" v="11" actId="1076"/>
          <ac:graphicFrameMkLst>
            <pc:docMk/>
            <pc:sldMk cId="4143747997" sldId="276"/>
            <ac:graphicFrameMk id="5" creationId="{F804BAFE-C395-EAA9-5C74-F1889DA03173}"/>
          </ac:graphicFrameMkLst>
        </pc:graphicFrameChg>
        <pc:picChg chg="add mod">
          <ac:chgData name="Xinyi Nie" userId="S::x7nie@uwaterloo.ca::ec8ecdca-98fc-4179-aa0a-f20571a72f06" providerId="AD" clId="Web-{09C99D3C-9B1F-47F2-AA6D-6A0A14478FAD}" dt="2025-10-17T04:38:31.569" v="14" actId="1076"/>
          <ac:picMkLst>
            <pc:docMk/>
            <pc:sldMk cId="4143747997" sldId="276"/>
            <ac:picMk id="6" creationId="{C1B1199D-7E31-2ED0-E65C-4673699935AB}"/>
          </ac:picMkLst>
        </pc:picChg>
      </pc:sldChg>
    </pc:docChg>
  </pc:docChgLst>
  <pc:docChgLst>
    <pc:chgData name="Xinyi Nie" userId="S::x7nie@uwaterloo.ca::ec8ecdca-98fc-4179-aa0a-f20571a72f06" providerId="AD" clId="Web-{D4F744B2-977E-4F63-AE2F-58100BBB8EDE}"/>
    <pc:docChg chg="addSld modSld sldOrd">
      <pc:chgData name="Xinyi Nie" userId="S::x7nie@uwaterloo.ca::ec8ecdca-98fc-4179-aa0a-f20571a72f06" providerId="AD" clId="Web-{D4F744B2-977E-4F63-AE2F-58100BBB8EDE}" dt="2025-10-17T03:09:17.070" v="535" actId="20577"/>
      <pc:docMkLst>
        <pc:docMk/>
      </pc:docMkLst>
      <pc:sldChg chg="delSp modSp">
        <pc:chgData name="Xinyi Nie" userId="S::x7nie@uwaterloo.ca::ec8ecdca-98fc-4179-aa0a-f20571a72f06" providerId="AD" clId="Web-{D4F744B2-977E-4F63-AE2F-58100BBB8EDE}" dt="2025-10-16T03:52:35.428" v="93"/>
        <pc:sldMkLst>
          <pc:docMk/>
          <pc:sldMk cId="3123171987" sldId="257"/>
        </pc:sldMkLst>
        <pc:picChg chg="del mod">
          <ac:chgData name="Xinyi Nie" userId="S::x7nie@uwaterloo.ca::ec8ecdca-98fc-4179-aa0a-f20571a72f06" providerId="AD" clId="Web-{D4F744B2-977E-4F63-AE2F-58100BBB8EDE}" dt="2025-10-16T03:52:35.428" v="93"/>
          <ac:picMkLst>
            <pc:docMk/>
            <pc:sldMk cId="3123171987" sldId="257"/>
            <ac:picMk id="9" creationId="{6FFBFD06-AFAD-DE58-F626-5FB73B00EA4C}"/>
          </ac:picMkLst>
        </pc:picChg>
      </pc:sldChg>
      <pc:sldChg chg="addSp modSp">
        <pc:chgData name="Xinyi Nie" userId="S::x7nie@uwaterloo.ca::ec8ecdca-98fc-4179-aa0a-f20571a72f06" providerId="AD" clId="Web-{D4F744B2-977E-4F63-AE2F-58100BBB8EDE}" dt="2025-10-16T03:51:07.300" v="83" actId="20577"/>
        <pc:sldMkLst>
          <pc:docMk/>
          <pc:sldMk cId="3955682088" sldId="258"/>
        </pc:sldMkLst>
        <pc:spChg chg="mod">
          <ac:chgData name="Xinyi Nie" userId="S::x7nie@uwaterloo.ca::ec8ecdca-98fc-4179-aa0a-f20571a72f06" providerId="AD" clId="Web-{D4F744B2-977E-4F63-AE2F-58100BBB8EDE}" dt="2025-10-16T03:50:46.971" v="72" actId="20577"/>
          <ac:spMkLst>
            <pc:docMk/>
            <pc:sldMk cId="3955682088" sldId="258"/>
            <ac:spMk id="3" creationId="{661290A0-079D-6F73-D675-D4346D7D91C9}"/>
          </ac:spMkLst>
        </pc:spChg>
        <pc:spChg chg="add mod">
          <ac:chgData name="Xinyi Nie" userId="S::x7nie@uwaterloo.ca::ec8ecdca-98fc-4179-aa0a-f20571a72f06" providerId="AD" clId="Web-{D4F744B2-977E-4F63-AE2F-58100BBB8EDE}" dt="2025-10-16T03:51:07.300" v="83" actId="20577"/>
          <ac:spMkLst>
            <pc:docMk/>
            <pc:sldMk cId="3955682088" sldId="258"/>
            <ac:spMk id="5" creationId="{FE0EA87D-7FAB-1E2A-15E9-FE0747CF170B}"/>
          </ac:spMkLst>
        </pc:spChg>
        <pc:picChg chg="mod">
          <ac:chgData name="Xinyi Nie" userId="S::x7nie@uwaterloo.ca::ec8ecdca-98fc-4179-aa0a-f20571a72f06" providerId="AD" clId="Web-{D4F744B2-977E-4F63-AE2F-58100BBB8EDE}" dt="2025-10-16T03:47:51.282" v="9" actId="1076"/>
          <ac:picMkLst>
            <pc:docMk/>
            <pc:sldMk cId="3955682088" sldId="258"/>
            <ac:picMk id="4" creationId="{2029831D-33B3-97EE-10A4-E5ADF6E6E11B}"/>
          </ac:picMkLst>
        </pc:picChg>
      </pc:sldChg>
      <pc:sldChg chg="addSp delSp modSp">
        <pc:chgData name="Xinyi Nie" userId="S::x7nie@uwaterloo.ca::ec8ecdca-98fc-4179-aa0a-f20571a72f06" providerId="AD" clId="Web-{D4F744B2-977E-4F63-AE2F-58100BBB8EDE}" dt="2025-10-16T03:54:02.509" v="112" actId="1076"/>
        <pc:sldMkLst>
          <pc:docMk/>
          <pc:sldMk cId="3783102999" sldId="259"/>
        </pc:sldMkLst>
        <pc:spChg chg="mod">
          <ac:chgData name="Xinyi Nie" userId="S::x7nie@uwaterloo.ca::ec8ecdca-98fc-4179-aa0a-f20571a72f06" providerId="AD" clId="Web-{D4F744B2-977E-4F63-AE2F-58100BBB8EDE}" dt="2025-10-16T03:51:40.551" v="87" actId="20577"/>
          <ac:spMkLst>
            <pc:docMk/>
            <pc:sldMk cId="3783102999" sldId="259"/>
            <ac:spMk id="3" creationId="{818988CE-1AC2-34C9-FFAE-3D802E9DBB8C}"/>
          </ac:spMkLst>
        </pc:spChg>
        <pc:spChg chg="add del">
          <ac:chgData name="Xinyi Nie" userId="S::x7nie@uwaterloo.ca::ec8ecdca-98fc-4179-aa0a-f20571a72f06" providerId="AD" clId="Web-{D4F744B2-977E-4F63-AE2F-58100BBB8EDE}" dt="2025-10-16T03:49:43.611" v="27"/>
          <ac:spMkLst>
            <pc:docMk/>
            <pc:sldMk cId="3783102999" sldId="259"/>
            <ac:spMk id="4" creationId="{0A254610-984A-C979-7E26-52DAD97733D9}"/>
          </ac:spMkLst>
        </pc:spChg>
        <pc:spChg chg="add mod">
          <ac:chgData name="Xinyi Nie" userId="S::x7nie@uwaterloo.ca::ec8ecdca-98fc-4179-aa0a-f20571a72f06" providerId="AD" clId="Web-{D4F744B2-977E-4F63-AE2F-58100BBB8EDE}" dt="2025-10-16T03:54:02.509" v="112" actId="1076"/>
          <ac:spMkLst>
            <pc:docMk/>
            <pc:sldMk cId="3783102999" sldId="259"/>
            <ac:spMk id="5" creationId="{0E281864-2130-8221-7F21-73350E2DB248}"/>
          </ac:spMkLst>
        </pc:spChg>
        <pc:picChg chg="add mod">
          <ac:chgData name="Xinyi Nie" userId="S::x7nie@uwaterloo.ca::ec8ecdca-98fc-4179-aa0a-f20571a72f06" providerId="AD" clId="Web-{D4F744B2-977E-4F63-AE2F-58100BBB8EDE}" dt="2025-10-16T03:53:07.070" v="101" actId="1076"/>
          <ac:picMkLst>
            <pc:docMk/>
            <pc:sldMk cId="3783102999" sldId="259"/>
            <ac:picMk id="7" creationId="{126AB790-E9B6-97E9-71C8-CD9B6022E295}"/>
          </ac:picMkLst>
        </pc:picChg>
        <pc:picChg chg="add mod">
          <ac:chgData name="Xinyi Nie" userId="S::x7nie@uwaterloo.ca::ec8ecdca-98fc-4179-aa0a-f20571a72f06" providerId="AD" clId="Web-{D4F744B2-977E-4F63-AE2F-58100BBB8EDE}" dt="2025-10-16T03:53:13.476" v="102" actId="1076"/>
          <ac:picMkLst>
            <pc:docMk/>
            <pc:sldMk cId="3783102999" sldId="259"/>
            <ac:picMk id="8" creationId="{7BBAA8A1-44EC-854E-77F0-859392F0B80C}"/>
          </ac:picMkLst>
        </pc:picChg>
      </pc:sldChg>
      <pc:sldChg chg="addSp delSp modSp mod ord setBg">
        <pc:chgData name="Xinyi Nie" userId="S::x7nie@uwaterloo.ca::ec8ecdca-98fc-4179-aa0a-f20571a72f06" providerId="AD" clId="Web-{D4F744B2-977E-4F63-AE2F-58100BBB8EDE}" dt="2025-10-17T02:46:55.055" v="332" actId="14100"/>
        <pc:sldMkLst>
          <pc:docMk/>
          <pc:sldMk cId="2453873419" sldId="260"/>
        </pc:sldMkLst>
        <pc:spChg chg="add del">
          <ac:chgData name="Xinyi Nie" userId="S::x7nie@uwaterloo.ca::ec8ecdca-98fc-4179-aa0a-f20571a72f06" providerId="AD" clId="Web-{D4F744B2-977E-4F63-AE2F-58100BBB8EDE}" dt="2025-10-16T03:56:03.214" v="158"/>
          <ac:spMkLst>
            <pc:docMk/>
            <pc:sldMk cId="2453873419" sldId="260"/>
            <ac:spMk id="2" creationId="{F5C7CAA0-F9CA-6645-8B2E-A01DBB35E140}"/>
          </ac:spMkLst>
        </pc:spChg>
        <pc:spChg chg="del mod">
          <ac:chgData name="Xinyi Nie" userId="S::x7nie@uwaterloo.ca::ec8ecdca-98fc-4179-aa0a-f20571a72f06" providerId="AD" clId="Web-{D4F744B2-977E-4F63-AE2F-58100BBB8EDE}" dt="2025-10-16T03:56:01.261" v="157"/>
          <ac:spMkLst>
            <pc:docMk/>
            <pc:sldMk cId="2453873419" sldId="260"/>
            <ac:spMk id="3" creationId="{F2069A1F-6E28-1BC0-962F-6FB67DD27BA9}"/>
          </ac:spMkLst>
        </pc:spChg>
        <pc:spChg chg="add del mod">
          <ac:chgData name="Xinyi Nie" userId="S::x7nie@uwaterloo.ca::ec8ecdca-98fc-4179-aa0a-f20571a72f06" providerId="AD" clId="Web-{D4F744B2-977E-4F63-AE2F-58100BBB8EDE}" dt="2025-10-16T03:56:05.464" v="159"/>
          <ac:spMkLst>
            <pc:docMk/>
            <pc:sldMk cId="2453873419" sldId="260"/>
            <ac:spMk id="9" creationId="{32C487D3-C2DD-0ECF-6686-98B0661CD09C}"/>
          </ac:spMkLst>
        </pc:spChg>
        <pc:spChg chg="add del mod">
          <ac:chgData name="Xinyi Nie" userId="S::x7nie@uwaterloo.ca::ec8ecdca-98fc-4179-aa0a-f20571a72f06" providerId="AD" clId="Web-{D4F744B2-977E-4F63-AE2F-58100BBB8EDE}" dt="2025-10-16T03:56:14.042" v="166"/>
          <ac:spMkLst>
            <pc:docMk/>
            <pc:sldMk cId="2453873419" sldId="260"/>
            <ac:spMk id="10" creationId="{C2565D1F-3D06-1DB4-A2E1-8CE66E344D82}"/>
          </ac:spMkLst>
        </pc:spChg>
        <pc:spChg chg="add mod">
          <ac:chgData name="Xinyi Nie" userId="S::x7nie@uwaterloo.ca::ec8ecdca-98fc-4179-aa0a-f20571a72f06" providerId="AD" clId="Web-{D4F744B2-977E-4F63-AE2F-58100BBB8EDE}" dt="2025-10-17T02:46:55.055" v="332" actId="14100"/>
          <ac:spMkLst>
            <pc:docMk/>
            <pc:sldMk cId="2453873419" sldId="260"/>
            <ac:spMk id="11" creationId="{5C084AEA-6541-067A-B3F6-C944927D2890}"/>
          </ac:spMkLst>
        </pc:spChg>
        <pc:spChg chg="add del">
          <ac:chgData name="Xinyi Nie" userId="S::x7nie@uwaterloo.ca::ec8ecdca-98fc-4179-aa0a-f20571a72f06" providerId="AD" clId="Web-{D4F744B2-977E-4F63-AE2F-58100BBB8EDE}" dt="2025-10-16T04:01:41.717" v="260"/>
          <ac:spMkLst>
            <pc:docMk/>
            <pc:sldMk cId="2453873419" sldId="260"/>
            <ac:spMk id="24" creationId="{07977D39-626F-40D7-B00F-16E02602DD5A}"/>
          </ac:spMkLst>
        </pc:spChg>
        <pc:spChg chg="add del">
          <ac:chgData name="Xinyi Nie" userId="S::x7nie@uwaterloo.ca::ec8ecdca-98fc-4179-aa0a-f20571a72f06" providerId="AD" clId="Web-{D4F744B2-977E-4F63-AE2F-58100BBB8EDE}" dt="2025-10-16T04:01:41.717" v="260"/>
          <ac:spMkLst>
            <pc:docMk/>
            <pc:sldMk cId="2453873419" sldId="260"/>
            <ac:spMk id="26" creationId="{B905CDE4-B751-4B3E-B625-6E59F8903414}"/>
          </ac:spMkLst>
        </pc:spChg>
        <pc:spChg chg="add del">
          <ac:chgData name="Xinyi Nie" userId="S::x7nie@uwaterloo.ca::ec8ecdca-98fc-4179-aa0a-f20571a72f06" providerId="AD" clId="Web-{D4F744B2-977E-4F63-AE2F-58100BBB8EDE}" dt="2025-10-16T04:01:41.717" v="260"/>
          <ac:spMkLst>
            <pc:docMk/>
            <pc:sldMk cId="2453873419" sldId="260"/>
            <ac:spMk id="28" creationId="{08108C16-F4C0-44AA-999D-17BD39219B24}"/>
          </ac:spMkLst>
        </pc:spChg>
        <pc:spChg chg="add del">
          <ac:chgData name="Xinyi Nie" userId="S::x7nie@uwaterloo.ca::ec8ecdca-98fc-4179-aa0a-f20571a72f06" providerId="AD" clId="Web-{D4F744B2-977E-4F63-AE2F-58100BBB8EDE}" dt="2025-10-16T04:01:41.717" v="260"/>
          <ac:spMkLst>
            <pc:docMk/>
            <pc:sldMk cId="2453873419" sldId="260"/>
            <ac:spMk id="30" creationId="{CDC29AC1-2821-4FCC-B597-88DAF39C36FE}"/>
          </ac:spMkLst>
        </pc:spChg>
        <pc:spChg chg="add del">
          <ac:chgData name="Xinyi Nie" userId="S::x7nie@uwaterloo.ca::ec8ecdca-98fc-4179-aa0a-f20571a72f06" providerId="AD" clId="Web-{D4F744B2-977E-4F63-AE2F-58100BBB8EDE}" dt="2025-10-16T04:01:41.717" v="260"/>
          <ac:spMkLst>
            <pc:docMk/>
            <pc:sldMk cId="2453873419" sldId="260"/>
            <ac:spMk id="32" creationId="{C8F10CB3-3B5E-4C7A-98CF-B87454DDFA39}"/>
          </ac:spMkLst>
        </pc:spChg>
        <pc:picChg chg="add del mod">
          <ac:chgData name="Xinyi Nie" userId="S::x7nie@uwaterloo.ca::ec8ecdca-98fc-4179-aa0a-f20571a72f06" providerId="AD" clId="Web-{D4F744B2-977E-4F63-AE2F-58100BBB8EDE}" dt="2025-10-16T03:55:37.151" v="150"/>
          <ac:picMkLst>
            <pc:docMk/>
            <pc:sldMk cId="2453873419" sldId="260"/>
            <ac:picMk id="5" creationId="{5DBC1C99-02E6-45C3-1773-ABC40159A821}"/>
          </ac:picMkLst>
        </pc:picChg>
        <pc:picChg chg="add del mod">
          <ac:chgData name="Xinyi Nie" userId="S::x7nie@uwaterloo.ca::ec8ecdca-98fc-4179-aa0a-f20571a72f06" providerId="AD" clId="Web-{D4F744B2-977E-4F63-AE2F-58100BBB8EDE}" dt="2025-10-16T03:55:34.698" v="149"/>
          <ac:picMkLst>
            <pc:docMk/>
            <pc:sldMk cId="2453873419" sldId="260"/>
            <ac:picMk id="7" creationId="{4FE87128-EA9D-50BA-2FE8-C857CF1A6B0A}"/>
          </ac:picMkLst>
        </pc:picChg>
        <pc:picChg chg="add mod modCrop">
          <ac:chgData name="Xinyi Nie" userId="S::x7nie@uwaterloo.ca::ec8ecdca-98fc-4179-aa0a-f20571a72f06" providerId="AD" clId="Web-{D4F744B2-977E-4F63-AE2F-58100BBB8EDE}" dt="2025-10-17T02:46:28.554" v="323" actId="1076"/>
          <ac:picMkLst>
            <pc:docMk/>
            <pc:sldMk cId="2453873419" sldId="260"/>
            <ac:picMk id="13" creationId="{2D74ADD7-CA1C-7128-8F9C-99A120C0A107}"/>
          </ac:picMkLst>
        </pc:picChg>
        <pc:picChg chg="add del mod">
          <ac:chgData name="Xinyi Nie" userId="S::x7nie@uwaterloo.ca::ec8ecdca-98fc-4179-aa0a-f20571a72f06" providerId="AD" clId="Web-{D4F744B2-977E-4F63-AE2F-58100BBB8EDE}" dt="2025-10-16T03:57:57.997" v="205"/>
          <ac:picMkLst>
            <pc:docMk/>
            <pc:sldMk cId="2453873419" sldId="260"/>
            <ac:picMk id="15" creationId="{F36FA33A-4E24-4C00-C381-A4F57F2A9AB5}"/>
          </ac:picMkLst>
        </pc:picChg>
        <pc:picChg chg="add mod">
          <ac:chgData name="Xinyi Nie" userId="S::x7nie@uwaterloo.ca::ec8ecdca-98fc-4179-aa0a-f20571a72f06" providerId="AD" clId="Web-{D4F744B2-977E-4F63-AE2F-58100BBB8EDE}" dt="2025-10-17T02:46:20.835" v="320" actId="1076"/>
          <ac:picMkLst>
            <pc:docMk/>
            <pc:sldMk cId="2453873419" sldId="260"/>
            <ac:picMk id="16" creationId="{3615A4D3-2064-9E0D-876B-19C585E4DA1A}"/>
          </ac:picMkLst>
        </pc:picChg>
        <pc:picChg chg="add mod">
          <ac:chgData name="Xinyi Nie" userId="S::x7nie@uwaterloo.ca::ec8ecdca-98fc-4179-aa0a-f20571a72f06" providerId="AD" clId="Web-{D4F744B2-977E-4F63-AE2F-58100BBB8EDE}" dt="2025-10-17T02:46:20.851" v="321" actId="1076"/>
          <ac:picMkLst>
            <pc:docMk/>
            <pc:sldMk cId="2453873419" sldId="260"/>
            <ac:picMk id="17" creationId="{7B9EE606-EC13-F6EA-F433-0DEDB305E213}"/>
          </ac:picMkLst>
        </pc:picChg>
        <pc:picChg chg="add mod ord">
          <ac:chgData name="Xinyi Nie" userId="S::x7nie@uwaterloo.ca::ec8ecdca-98fc-4179-aa0a-f20571a72f06" providerId="AD" clId="Web-{D4F744B2-977E-4F63-AE2F-58100BBB8EDE}" dt="2025-10-17T02:46:20.882" v="322" actId="1076"/>
          <ac:picMkLst>
            <pc:docMk/>
            <pc:sldMk cId="2453873419" sldId="260"/>
            <ac:picMk id="18" creationId="{FA9BE83E-3902-8FA3-8711-6EFD8E25A138}"/>
          </ac:picMkLst>
        </pc:picChg>
        <pc:picChg chg="add del mod">
          <ac:chgData name="Xinyi Nie" userId="S::x7nie@uwaterloo.ca::ec8ecdca-98fc-4179-aa0a-f20571a72f06" providerId="AD" clId="Web-{D4F744B2-977E-4F63-AE2F-58100BBB8EDE}" dt="2025-10-16T04:03:44.500" v="280"/>
          <ac:picMkLst>
            <pc:docMk/>
            <pc:sldMk cId="2453873419" sldId="260"/>
            <ac:picMk id="19" creationId="{847D3A36-13FB-F921-A2C0-B697BBD1D4A8}"/>
          </ac:picMkLst>
        </pc:picChg>
      </pc:sldChg>
      <pc:sldChg chg="addSp delSp modSp new">
        <pc:chgData name="Xinyi Nie" userId="S::x7nie@uwaterloo.ca::ec8ecdca-98fc-4179-aa0a-f20571a72f06" providerId="AD" clId="Web-{D4F744B2-977E-4F63-AE2F-58100BBB8EDE}" dt="2025-10-17T03:03:39.178" v="483" actId="1076"/>
        <pc:sldMkLst>
          <pc:docMk/>
          <pc:sldMk cId="686187428" sldId="261"/>
        </pc:sldMkLst>
        <pc:spChg chg="del">
          <ac:chgData name="Xinyi Nie" userId="S::x7nie@uwaterloo.ca::ec8ecdca-98fc-4179-aa0a-f20571a72f06" providerId="AD" clId="Web-{D4F744B2-977E-4F63-AE2F-58100BBB8EDE}" dt="2025-10-17T02:47:25.915" v="335"/>
          <ac:spMkLst>
            <pc:docMk/>
            <pc:sldMk cId="686187428" sldId="261"/>
            <ac:spMk id="2" creationId="{04E1D12C-155A-ABA2-572D-BC1AA43D6BA5}"/>
          </ac:spMkLst>
        </pc:spChg>
        <pc:spChg chg="del">
          <ac:chgData name="Xinyi Nie" userId="S::x7nie@uwaterloo.ca::ec8ecdca-98fc-4179-aa0a-f20571a72f06" providerId="AD" clId="Web-{D4F744B2-977E-4F63-AE2F-58100BBB8EDE}" dt="2025-10-16T04:03:15.265" v="272"/>
          <ac:spMkLst>
            <pc:docMk/>
            <pc:sldMk cId="686187428" sldId="261"/>
            <ac:spMk id="3" creationId="{45597879-C8EF-C92E-F87C-565F076A14C4}"/>
          </ac:spMkLst>
        </pc:spChg>
        <pc:spChg chg="add mod">
          <ac:chgData name="Xinyi Nie" userId="S::x7nie@uwaterloo.ca::ec8ecdca-98fc-4179-aa0a-f20571a72f06" providerId="AD" clId="Web-{D4F744B2-977E-4F63-AE2F-58100BBB8EDE}" dt="2025-10-17T03:03:28.475" v="482" actId="20577"/>
          <ac:spMkLst>
            <pc:docMk/>
            <pc:sldMk cId="686187428" sldId="261"/>
            <ac:spMk id="4" creationId="{2A62155A-6694-F26B-7251-DD52393A5FBB}"/>
          </ac:spMkLst>
        </pc:spChg>
        <pc:picChg chg="add mod">
          <ac:chgData name="Xinyi Nie" userId="S::x7nie@uwaterloo.ca::ec8ecdca-98fc-4179-aa0a-f20571a72f06" providerId="AD" clId="Web-{D4F744B2-977E-4F63-AE2F-58100BBB8EDE}" dt="2025-10-17T03:03:39.178" v="483" actId="1076"/>
          <ac:picMkLst>
            <pc:docMk/>
            <pc:sldMk cId="686187428" sldId="261"/>
            <ac:picMk id="3" creationId="{D1EE5DE0-C8E9-EEF2-75E7-744B3A0C8A64}"/>
          </ac:picMkLst>
        </pc:picChg>
      </pc:sldChg>
      <pc:sldChg chg="addSp delSp modSp new">
        <pc:chgData name="Xinyi Nie" userId="S::x7nie@uwaterloo.ca::ec8ecdca-98fc-4179-aa0a-f20571a72f06" providerId="AD" clId="Web-{D4F744B2-977E-4F63-AE2F-58100BBB8EDE}" dt="2025-10-17T03:09:17.070" v="535" actId="20577"/>
        <pc:sldMkLst>
          <pc:docMk/>
          <pc:sldMk cId="1178909698" sldId="262"/>
        </pc:sldMkLst>
        <pc:spChg chg="del">
          <ac:chgData name="Xinyi Nie" userId="S::x7nie@uwaterloo.ca::ec8ecdca-98fc-4179-aa0a-f20571a72f06" providerId="AD" clId="Web-{D4F744B2-977E-4F63-AE2F-58100BBB8EDE}" dt="2025-10-17T03:03:51.288" v="484"/>
          <ac:spMkLst>
            <pc:docMk/>
            <pc:sldMk cId="1178909698" sldId="262"/>
            <ac:spMk id="2" creationId="{3153239C-9B7F-97E1-525B-B7A06E6F96FC}"/>
          </ac:spMkLst>
        </pc:spChg>
        <pc:spChg chg="del">
          <ac:chgData name="Xinyi Nie" userId="S::x7nie@uwaterloo.ca::ec8ecdca-98fc-4179-aa0a-f20571a72f06" providerId="AD" clId="Web-{D4F744B2-977E-4F63-AE2F-58100BBB8EDE}" dt="2025-10-17T02:58:08.215" v="420"/>
          <ac:spMkLst>
            <pc:docMk/>
            <pc:sldMk cId="1178909698" sldId="262"/>
            <ac:spMk id="3" creationId="{BF8712A6-DE8C-0375-E671-6D4B1B54D594}"/>
          </ac:spMkLst>
        </pc:spChg>
        <pc:spChg chg="add mod">
          <ac:chgData name="Xinyi Nie" userId="S::x7nie@uwaterloo.ca::ec8ecdca-98fc-4179-aa0a-f20571a72f06" providerId="AD" clId="Web-{D4F744B2-977E-4F63-AE2F-58100BBB8EDE}" dt="2025-10-17T03:08:55.757" v="518" actId="20577"/>
          <ac:spMkLst>
            <pc:docMk/>
            <pc:sldMk cId="1178909698" sldId="262"/>
            <ac:spMk id="4" creationId="{0140E591-F50B-C7B3-122E-ED1C0DD0CD3C}"/>
          </ac:spMkLst>
        </pc:spChg>
        <pc:spChg chg="add mod">
          <ac:chgData name="Xinyi Nie" userId="S::x7nie@uwaterloo.ca::ec8ecdca-98fc-4179-aa0a-f20571a72f06" providerId="AD" clId="Web-{D4F744B2-977E-4F63-AE2F-58100BBB8EDE}" dt="2025-10-17T03:09:17.070" v="535" actId="20577"/>
          <ac:spMkLst>
            <pc:docMk/>
            <pc:sldMk cId="1178909698" sldId="262"/>
            <ac:spMk id="7" creationId="{9D367DDD-B836-A397-A93D-89201410F0AA}"/>
          </ac:spMkLst>
        </pc:spChg>
        <pc:picChg chg="add mod">
          <ac:chgData name="Xinyi Nie" userId="S::x7nie@uwaterloo.ca::ec8ecdca-98fc-4179-aa0a-f20571a72f06" providerId="AD" clId="Web-{D4F744B2-977E-4F63-AE2F-58100BBB8EDE}" dt="2025-10-17T03:08:36.913" v="512" actId="1076"/>
          <ac:picMkLst>
            <pc:docMk/>
            <pc:sldMk cId="1178909698" sldId="262"/>
            <ac:picMk id="5" creationId="{B8172C6F-0062-F889-5F36-E3D7C896E89B}"/>
          </ac:picMkLst>
        </pc:picChg>
        <pc:picChg chg="add mod">
          <ac:chgData name="Xinyi Nie" userId="S::x7nie@uwaterloo.ca::ec8ecdca-98fc-4179-aa0a-f20571a72f06" providerId="AD" clId="Web-{D4F744B2-977E-4F63-AE2F-58100BBB8EDE}" dt="2025-10-17T03:08:46.460" v="516" actId="14100"/>
          <ac:picMkLst>
            <pc:docMk/>
            <pc:sldMk cId="1178909698" sldId="262"/>
            <ac:picMk id="6" creationId="{31B36A23-031B-4D48-146E-422E942C504D}"/>
          </ac:picMkLst>
        </pc:picChg>
      </pc:sldChg>
      <pc:sldChg chg="addSp delSp modSp new">
        <pc:chgData name="Xinyi Nie" userId="S::x7nie@uwaterloo.ca::ec8ecdca-98fc-4179-aa0a-f20571a72f06" providerId="AD" clId="Web-{D4F744B2-977E-4F63-AE2F-58100BBB8EDE}" dt="2025-10-17T03:00:05.890" v="439"/>
        <pc:sldMkLst>
          <pc:docMk/>
          <pc:sldMk cId="1923197736" sldId="263"/>
        </pc:sldMkLst>
        <pc:spChg chg="del">
          <ac:chgData name="Xinyi Nie" userId="S::x7nie@uwaterloo.ca::ec8ecdca-98fc-4179-aa0a-f20571a72f06" providerId="AD" clId="Web-{D4F744B2-977E-4F63-AE2F-58100BBB8EDE}" dt="2025-10-17T02:58:34.825" v="425"/>
          <ac:spMkLst>
            <pc:docMk/>
            <pc:sldMk cId="1923197736" sldId="263"/>
            <ac:spMk id="3" creationId="{405DBC81-F42E-7CB0-F5D3-79DC2354AA72}"/>
          </ac:spMkLst>
        </pc:spChg>
        <pc:graphicFrameChg chg="add mod modGraphic">
          <ac:chgData name="Xinyi Nie" userId="S::x7nie@uwaterloo.ca::ec8ecdca-98fc-4179-aa0a-f20571a72f06" providerId="AD" clId="Web-{D4F744B2-977E-4F63-AE2F-58100BBB8EDE}" dt="2025-10-17T03:00:05.890" v="439"/>
          <ac:graphicFrameMkLst>
            <pc:docMk/>
            <pc:sldMk cId="1923197736" sldId="263"/>
            <ac:graphicFrameMk id="5" creationId="{62E704EA-A780-8BD2-68BD-42572D7CD9CA}"/>
          </ac:graphicFrameMkLst>
        </pc:graphicFrameChg>
      </pc:sldChg>
    </pc:docChg>
  </pc:docChgLst>
  <pc:docChgLst>
    <pc:chgData name="Xinyi Nie" userId="S::x7nie@uwaterloo.ca::ec8ecdca-98fc-4179-aa0a-f20571a72f06" providerId="AD" clId="Web-{691ED741-7F53-4B0C-988A-1018E642CFDD}"/>
    <pc:docChg chg="addSld modSld sldOrd">
      <pc:chgData name="Xinyi Nie" userId="S::x7nie@uwaterloo.ca::ec8ecdca-98fc-4179-aa0a-f20571a72f06" providerId="AD" clId="Web-{691ED741-7F53-4B0C-988A-1018E642CFDD}" dt="2025-10-16T03:47:18.098" v="44" actId="14100"/>
      <pc:docMkLst>
        <pc:docMk/>
      </pc:docMkLst>
      <pc:sldChg chg="modSp">
        <pc:chgData name="Xinyi Nie" userId="S::x7nie@uwaterloo.ca::ec8ecdca-98fc-4179-aa0a-f20571a72f06" providerId="AD" clId="Web-{691ED741-7F53-4B0C-988A-1018E642CFDD}" dt="2025-10-16T03:45:05.381" v="21" actId="20577"/>
        <pc:sldMkLst>
          <pc:docMk/>
          <pc:sldMk cId="109857222" sldId="256"/>
        </pc:sldMkLst>
        <pc:spChg chg="mod">
          <ac:chgData name="Xinyi Nie" userId="S::x7nie@uwaterloo.ca::ec8ecdca-98fc-4179-aa0a-f20571a72f06" providerId="AD" clId="Web-{691ED741-7F53-4B0C-988A-1018E642CFDD}" dt="2025-10-16T03:45:05.381" v="21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addSp modSp">
        <pc:chgData name="Xinyi Nie" userId="S::x7nie@uwaterloo.ca::ec8ecdca-98fc-4179-aa0a-f20571a72f06" providerId="AD" clId="Web-{691ED741-7F53-4B0C-988A-1018E642CFDD}" dt="2025-10-16T03:46:33.520" v="40" actId="1076"/>
        <pc:sldMkLst>
          <pc:docMk/>
          <pc:sldMk cId="3123171987" sldId="257"/>
        </pc:sldMkLst>
        <pc:spChg chg="add mod">
          <ac:chgData name="Xinyi Nie" userId="S::x7nie@uwaterloo.ca::ec8ecdca-98fc-4179-aa0a-f20571a72f06" providerId="AD" clId="Web-{691ED741-7F53-4B0C-988A-1018E642CFDD}" dt="2025-10-16T03:44:58.100" v="20" actId="20577"/>
          <ac:spMkLst>
            <pc:docMk/>
            <pc:sldMk cId="3123171987" sldId="257"/>
            <ac:spMk id="2" creationId="{5B87D5B2-2951-0D69-0296-ACDE38DE8F38}"/>
          </ac:spMkLst>
        </pc:spChg>
        <pc:spChg chg="mod">
          <ac:chgData name="Xinyi Nie" userId="S::x7nie@uwaterloo.ca::ec8ecdca-98fc-4179-aa0a-f20571a72f06" providerId="AD" clId="Web-{691ED741-7F53-4B0C-988A-1018E642CFDD}" dt="2025-10-16T03:41:06.355" v="3" actId="20577"/>
          <ac:spMkLst>
            <pc:docMk/>
            <pc:sldMk cId="3123171987" sldId="257"/>
            <ac:spMk id="8" creationId="{D2BFF8D6-4864-4670-A841-3C843443311C}"/>
          </ac:spMkLst>
        </pc:spChg>
        <pc:picChg chg="mod">
          <ac:chgData name="Xinyi Nie" userId="S::x7nie@uwaterloo.ca::ec8ecdca-98fc-4179-aa0a-f20571a72f06" providerId="AD" clId="Web-{691ED741-7F53-4B0C-988A-1018E642CFDD}" dt="2025-10-16T03:46:33.520" v="40" actId="1076"/>
          <ac:picMkLst>
            <pc:docMk/>
            <pc:sldMk cId="3123171987" sldId="257"/>
            <ac:picMk id="9" creationId="{6FFBFD06-AFAD-DE58-F626-5FB73B00EA4C}"/>
          </ac:picMkLst>
        </pc:picChg>
      </pc:sldChg>
      <pc:sldChg chg="addSp modSp ord">
        <pc:chgData name="Xinyi Nie" userId="S::x7nie@uwaterloo.ca::ec8ecdca-98fc-4179-aa0a-f20571a72f06" providerId="AD" clId="Web-{691ED741-7F53-4B0C-988A-1018E642CFDD}" dt="2025-10-16T03:47:18.098" v="44" actId="14100"/>
        <pc:sldMkLst>
          <pc:docMk/>
          <pc:sldMk cId="3955682088" sldId="258"/>
        </pc:sldMkLst>
        <pc:spChg chg="mod">
          <ac:chgData name="Xinyi Nie" userId="S::x7nie@uwaterloo.ca::ec8ecdca-98fc-4179-aa0a-f20571a72f06" providerId="AD" clId="Web-{691ED741-7F53-4B0C-988A-1018E642CFDD}" dt="2025-10-16T03:45:32.537" v="27" actId="20577"/>
          <ac:spMkLst>
            <pc:docMk/>
            <pc:sldMk cId="3955682088" sldId="258"/>
            <ac:spMk id="2" creationId="{9DC0595C-436E-6C9B-A510-BC2B27C5ED81}"/>
          </ac:spMkLst>
        </pc:spChg>
        <pc:spChg chg="mod">
          <ac:chgData name="Xinyi Nie" userId="S::x7nie@uwaterloo.ca::ec8ecdca-98fc-4179-aa0a-f20571a72f06" providerId="AD" clId="Web-{691ED741-7F53-4B0C-988A-1018E642CFDD}" dt="2025-10-16T03:45:34.740" v="28" actId="20577"/>
          <ac:spMkLst>
            <pc:docMk/>
            <pc:sldMk cId="3955682088" sldId="258"/>
            <ac:spMk id="3" creationId="{661290A0-079D-6F73-D675-D4346D7D91C9}"/>
          </ac:spMkLst>
        </pc:spChg>
        <pc:picChg chg="add mod">
          <ac:chgData name="Xinyi Nie" userId="S::x7nie@uwaterloo.ca::ec8ecdca-98fc-4179-aa0a-f20571a72f06" providerId="AD" clId="Web-{691ED741-7F53-4B0C-988A-1018E642CFDD}" dt="2025-10-16T03:47:18.098" v="44" actId="14100"/>
          <ac:picMkLst>
            <pc:docMk/>
            <pc:sldMk cId="3955682088" sldId="258"/>
            <ac:picMk id="4" creationId="{2029831D-33B3-97EE-10A4-E5ADF6E6E11B}"/>
          </ac:picMkLst>
        </pc:picChg>
      </pc:sldChg>
      <pc:sldChg chg="modSp new ord">
        <pc:chgData name="Xinyi Nie" userId="S::x7nie@uwaterloo.ca::ec8ecdca-98fc-4179-aa0a-f20571a72f06" providerId="AD" clId="Web-{691ED741-7F53-4B0C-988A-1018E642CFDD}" dt="2025-10-16T03:46:41.630" v="42"/>
        <pc:sldMkLst>
          <pc:docMk/>
          <pc:sldMk cId="3783102999" sldId="259"/>
        </pc:sldMkLst>
        <pc:spChg chg="mod">
          <ac:chgData name="Xinyi Nie" userId="S::x7nie@uwaterloo.ca::ec8ecdca-98fc-4179-aa0a-f20571a72f06" providerId="AD" clId="Web-{691ED741-7F53-4B0C-988A-1018E642CFDD}" dt="2025-10-16T03:46:02.693" v="33" actId="20577"/>
          <ac:spMkLst>
            <pc:docMk/>
            <pc:sldMk cId="3783102999" sldId="259"/>
            <ac:spMk id="2" creationId="{C601648F-776E-997A-E686-D490BA2D4CD1}"/>
          </ac:spMkLst>
        </pc:spChg>
        <pc:spChg chg="mod">
          <ac:chgData name="Xinyi Nie" userId="S::x7nie@uwaterloo.ca::ec8ecdca-98fc-4179-aa0a-f20571a72f06" providerId="AD" clId="Web-{691ED741-7F53-4B0C-988A-1018E642CFDD}" dt="2025-10-16T03:46:13.255" v="38" actId="20577"/>
          <ac:spMkLst>
            <pc:docMk/>
            <pc:sldMk cId="3783102999" sldId="259"/>
            <ac:spMk id="3" creationId="{818988CE-1AC2-34C9-FFAE-3D802E9DBB8C}"/>
          </ac:spMkLst>
        </pc:spChg>
      </pc:sldChg>
      <pc:sldChg chg="new">
        <pc:chgData name="Xinyi Nie" userId="S::x7nie@uwaterloo.ca::ec8ecdca-98fc-4179-aa0a-f20571a72f06" providerId="AD" clId="Web-{691ED741-7F53-4B0C-988A-1018E642CFDD}" dt="2025-10-16T03:46:14.770" v="39"/>
        <pc:sldMkLst>
          <pc:docMk/>
          <pc:sldMk cId="2453873419" sldId="260"/>
        </pc:sldMkLst>
      </pc:sldChg>
    </pc:docChg>
  </pc:docChgLst>
  <pc:docChgLst>
    <pc:chgData name="Xinyi Nie" userId="S::x7nie@uwaterloo.ca::ec8ecdca-98fc-4179-aa0a-f20571a72f06" providerId="AD" clId="Web-{5DAFE924-7719-41D7-B2A1-B08E3C4ABF59}"/>
    <pc:docChg chg="delSld modSld">
      <pc:chgData name="Xinyi Nie" userId="S::x7nie@uwaterloo.ca::ec8ecdca-98fc-4179-aa0a-f20571a72f06" providerId="AD" clId="Web-{5DAFE924-7719-41D7-B2A1-B08E3C4ABF59}" dt="2025-10-17T03:22:01.764" v="180" actId="20577"/>
      <pc:docMkLst>
        <pc:docMk/>
      </pc:docMkLst>
      <pc:sldChg chg="del">
        <pc:chgData name="Xinyi Nie" userId="S::x7nie@uwaterloo.ca::ec8ecdca-98fc-4179-aa0a-f20571a72f06" providerId="AD" clId="Web-{5DAFE924-7719-41D7-B2A1-B08E3C4ABF59}" dt="2025-10-17T03:13:59.440" v="48"/>
        <pc:sldMkLst>
          <pc:docMk/>
          <pc:sldMk cId="3123171987" sldId="257"/>
        </pc:sldMkLst>
      </pc:sldChg>
      <pc:sldChg chg="modSp">
        <pc:chgData name="Xinyi Nie" userId="S::x7nie@uwaterloo.ca::ec8ecdca-98fc-4179-aa0a-f20571a72f06" providerId="AD" clId="Web-{5DAFE924-7719-41D7-B2A1-B08E3C4ABF59}" dt="2025-10-17T03:15:42.459" v="79" actId="20577"/>
        <pc:sldMkLst>
          <pc:docMk/>
          <pc:sldMk cId="3955682088" sldId="258"/>
        </pc:sldMkLst>
        <pc:spChg chg="mod">
          <ac:chgData name="Xinyi Nie" userId="S::x7nie@uwaterloo.ca::ec8ecdca-98fc-4179-aa0a-f20571a72f06" providerId="AD" clId="Web-{5DAFE924-7719-41D7-B2A1-B08E3C4ABF59}" dt="2025-10-17T03:15:42.459" v="79" actId="20577"/>
          <ac:spMkLst>
            <pc:docMk/>
            <pc:sldMk cId="3955682088" sldId="258"/>
            <ac:spMk id="2" creationId="{9DC0595C-436E-6C9B-A510-BC2B27C5ED81}"/>
          </ac:spMkLst>
        </pc:spChg>
        <pc:spChg chg="mod">
          <ac:chgData name="Xinyi Nie" userId="S::x7nie@uwaterloo.ca::ec8ecdca-98fc-4179-aa0a-f20571a72f06" providerId="AD" clId="Web-{5DAFE924-7719-41D7-B2A1-B08E3C4ABF59}" dt="2025-10-17T03:15:09.739" v="70" actId="20577"/>
          <ac:spMkLst>
            <pc:docMk/>
            <pc:sldMk cId="3955682088" sldId="258"/>
            <ac:spMk id="3" creationId="{661290A0-079D-6F73-D675-D4346D7D91C9}"/>
          </ac:spMkLst>
        </pc:spChg>
        <pc:spChg chg="mod">
          <ac:chgData name="Xinyi Nie" userId="S::x7nie@uwaterloo.ca::ec8ecdca-98fc-4179-aa0a-f20571a72f06" providerId="AD" clId="Web-{5DAFE924-7719-41D7-B2A1-B08E3C4ABF59}" dt="2025-10-17T03:15:29.490" v="78" actId="20577"/>
          <ac:spMkLst>
            <pc:docMk/>
            <pc:sldMk cId="3955682088" sldId="258"/>
            <ac:spMk id="5" creationId="{FE0EA87D-7FAB-1E2A-15E9-FE0747CF170B}"/>
          </ac:spMkLst>
        </pc:spChg>
        <pc:picChg chg="mod">
          <ac:chgData name="Xinyi Nie" userId="S::x7nie@uwaterloo.ca::ec8ecdca-98fc-4179-aa0a-f20571a72f06" providerId="AD" clId="Web-{5DAFE924-7719-41D7-B2A1-B08E3C4ABF59}" dt="2025-10-17T03:15:16.052" v="71" actId="1076"/>
          <ac:picMkLst>
            <pc:docMk/>
            <pc:sldMk cId="3955682088" sldId="258"/>
            <ac:picMk id="4" creationId="{2029831D-33B3-97EE-10A4-E5ADF6E6E11B}"/>
          </ac:picMkLst>
        </pc:picChg>
      </pc:sldChg>
      <pc:sldChg chg="modSp">
        <pc:chgData name="Xinyi Nie" userId="S::x7nie@uwaterloo.ca::ec8ecdca-98fc-4179-aa0a-f20571a72f06" providerId="AD" clId="Web-{5DAFE924-7719-41D7-B2A1-B08E3C4ABF59}" dt="2025-10-17T03:17:02.804" v="97" actId="1076"/>
        <pc:sldMkLst>
          <pc:docMk/>
          <pc:sldMk cId="3783102999" sldId="259"/>
        </pc:sldMkLst>
        <pc:spChg chg="mod">
          <ac:chgData name="Xinyi Nie" userId="S::x7nie@uwaterloo.ca::ec8ecdca-98fc-4179-aa0a-f20571a72f06" providerId="AD" clId="Web-{5DAFE924-7719-41D7-B2A1-B08E3C4ABF59}" dt="2025-10-17T03:15:49.631" v="80" actId="20577"/>
          <ac:spMkLst>
            <pc:docMk/>
            <pc:sldMk cId="3783102999" sldId="259"/>
            <ac:spMk id="2" creationId="{C601648F-776E-997A-E686-D490BA2D4CD1}"/>
          </ac:spMkLst>
        </pc:spChg>
        <pc:spChg chg="mod">
          <ac:chgData name="Xinyi Nie" userId="S::x7nie@uwaterloo.ca::ec8ecdca-98fc-4179-aa0a-f20571a72f06" providerId="AD" clId="Web-{5DAFE924-7719-41D7-B2A1-B08E3C4ABF59}" dt="2025-10-17T03:16:03.990" v="83" actId="1076"/>
          <ac:spMkLst>
            <pc:docMk/>
            <pc:sldMk cId="3783102999" sldId="259"/>
            <ac:spMk id="3" creationId="{818988CE-1AC2-34C9-FFAE-3D802E9DBB8C}"/>
          </ac:spMkLst>
        </pc:spChg>
        <pc:spChg chg="mod">
          <ac:chgData name="Xinyi Nie" userId="S::x7nie@uwaterloo.ca::ec8ecdca-98fc-4179-aa0a-f20571a72f06" providerId="AD" clId="Web-{5DAFE924-7719-41D7-B2A1-B08E3C4ABF59}" dt="2025-10-17T03:17:02.804" v="97" actId="1076"/>
          <ac:spMkLst>
            <pc:docMk/>
            <pc:sldMk cId="3783102999" sldId="259"/>
            <ac:spMk id="5" creationId="{0E281864-2130-8221-7F21-73350E2DB248}"/>
          </ac:spMkLst>
        </pc:spChg>
      </pc:sldChg>
      <pc:sldChg chg="modSp">
        <pc:chgData name="Xinyi Nie" userId="S::x7nie@uwaterloo.ca::ec8ecdca-98fc-4179-aa0a-f20571a72f06" providerId="AD" clId="Web-{5DAFE924-7719-41D7-B2A1-B08E3C4ABF59}" dt="2025-10-17T03:17:58.508" v="112" actId="1076"/>
        <pc:sldMkLst>
          <pc:docMk/>
          <pc:sldMk cId="2453873419" sldId="260"/>
        </pc:sldMkLst>
        <pc:spChg chg="mod">
          <ac:chgData name="Xinyi Nie" userId="S::x7nie@uwaterloo.ca::ec8ecdca-98fc-4179-aa0a-f20571a72f06" providerId="AD" clId="Web-{5DAFE924-7719-41D7-B2A1-B08E3C4ABF59}" dt="2025-10-17T03:17:29.461" v="100" actId="20577"/>
          <ac:spMkLst>
            <pc:docMk/>
            <pc:sldMk cId="2453873419" sldId="260"/>
            <ac:spMk id="11" creationId="{5C084AEA-6541-067A-B3F6-C944927D2890}"/>
          </ac:spMkLst>
        </pc:spChg>
        <pc:picChg chg="mod">
          <ac:chgData name="Xinyi Nie" userId="S::x7nie@uwaterloo.ca::ec8ecdca-98fc-4179-aa0a-f20571a72f06" providerId="AD" clId="Web-{5DAFE924-7719-41D7-B2A1-B08E3C4ABF59}" dt="2025-10-17T03:17:12.226" v="98" actId="1076"/>
          <ac:picMkLst>
            <pc:docMk/>
            <pc:sldMk cId="2453873419" sldId="260"/>
            <ac:picMk id="13" creationId="{2D74ADD7-CA1C-7128-8F9C-99A120C0A107}"/>
          </ac:picMkLst>
        </pc:picChg>
        <pc:picChg chg="mod">
          <ac:chgData name="Xinyi Nie" userId="S::x7nie@uwaterloo.ca::ec8ecdca-98fc-4179-aa0a-f20571a72f06" providerId="AD" clId="Web-{5DAFE924-7719-41D7-B2A1-B08E3C4ABF59}" dt="2025-10-17T03:17:58.461" v="110" actId="1076"/>
          <ac:picMkLst>
            <pc:docMk/>
            <pc:sldMk cId="2453873419" sldId="260"/>
            <ac:picMk id="16" creationId="{3615A4D3-2064-9E0D-876B-19C585E4DA1A}"/>
          </ac:picMkLst>
        </pc:picChg>
        <pc:picChg chg="mod">
          <ac:chgData name="Xinyi Nie" userId="S::x7nie@uwaterloo.ca::ec8ecdca-98fc-4179-aa0a-f20571a72f06" providerId="AD" clId="Web-{5DAFE924-7719-41D7-B2A1-B08E3C4ABF59}" dt="2025-10-17T03:17:58.477" v="111" actId="1076"/>
          <ac:picMkLst>
            <pc:docMk/>
            <pc:sldMk cId="2453873419" sldId="260"/>
            <ac:picMk id="17" creationId="{7B9EE606-EC13-F6EA-F433-0DEDB305E213}"/>
          </ac:picMkLst>
        </pc:picChg>
        <pc:picChg chg="mod">
          <ac:chgData name="Xinyi Nie" userId="S::x7nie@uwaterloo.ca::ec8ecdca-98fc-4179-aa0a-f20571a72f06" providerId="AD" clId="Web-{5DAFE924-7719-41D7-B2A1-B08E3C4ABF59}" dt="2025-10-17T03:17:58.508" v="112" actId="1076"/>
          <ac:picMkLst>
            <pc:docMk/>
            <pc:sldMk cId="2453873419" sldId="260"/>
            <ac:picMk id="18" creationId="{FA9BE83E-3902-8FA3-8711-6EFD8E25A138}"/>
          </ac:picMkLst>
        </pc:picChg>
      </pc:sldChg>
      <pc:sldChg chg="addSp modSp">
        <pc:chgData name="Xinyi Nie" userId="S::x7nie@uwaterloo.ca::ec8ecdca-98fc-4179-aa0a-f20571a72f06" providerId="AD" clId="Web-{5DAFE924-7719-41D7-B2A1-B08E3C4ABF59}" dt="2025-10-17T03:19:15.525" v="140" actId="20577"/>
        <pc:sldMkLst>
          <pc:docMk/>
          <pc:sldMk cId="1178909698" sldId="262"/>
        </pc:sldMkLst>
        <pc:spChg chg="add mod">
          <ac:chgData name="Xinyi Nie" userId="S::x7nie@uwaterloo.ca::ec8ecdca-98fc-4179-aa0a-f20571a72f06" providerId="AD" clId="Web-{5DAFE924-7719-41D7-B2A1-B08E3C4ABF59}" dt="2025-10-17T03:19:15.525" v="140" actId="20577"/>
          <ac:spMkLst>
            <pc:docMk/>
            <pc:sldMk cId="1178909698" sldId="262"/>
            <ac:spMk id="2" creationId="{B7998F6B-02F2-756D-3B3A-D32C1BAC58D8}"/>
          </ac:spMkLst>
        </pc:spChg>
        <pc:spChg chg="mod">
          <ac:chgData name="Xinyi Nie" userId="S::x7nie@uwaterloo.ca::ec8ecdca-98fc-4179-aa0a-f20571a72f06" providerId="AD" clId="Web-{5DAFE924-7719-41D7-B2A1-B08E3C4ABF59}" dt="2025-10-17T03:18:48.275" v="135" actId="20577"/>
          <ac:spMkLst>
            <pc:docMk/>
            <pc:sldMk cId="1178909698" sldId="262"/>
            <ac:spMk id="7" creationId="{9D367DDD-B836-A397-A93D-89201410F0AA}"/>
          </ac:spMkLst>
        </pc:spChg>
        <pc:picChg chg="mod">
          <ac:chgData name="Xinyi Nie" userId="S::x7nie@uwaterloo.ca::ec8ecdca-98fc-4179-aa0a-f20571a72f06" providerId="AD" clId="Web-{5DAFE924-7719-41D7-B2A1-B08E3C4ABF59}" dt="2025-10-17T03:11:06.589" v="27" actId="14100"/>
          <ac:picMkLst>
            <pc:docMk/>
            <pc:sldMk cId="1178909698" sldId="262"/>
            <ac:picMk id="5" creationId="{B8172C6F-0062-F889-5F36-E3D7C896E89B}"/>
          </ac:picMkLst>
        </pc:picChg>
        <pc:picChg chg="mod">
          <ac:chgData name="Xinyi Nie" userId="S::x7nie@uwaterloo.ca::ec8ecdca-98fc-4179-aa0a-f20571a72f06" providerId="AD" clId="Web-{5DAFE924-7719-41D7-B2A1-B08E3C4ABF59}" dt="2025-10-17T03:11:03.010" v="26" actId="1076"/>
          <ac:picMkLst>
            <pc:docMk/>
            <pc:sldMk cId="1178909698" sldId="262"/>
            <ac:picMk id="6" creationId="{31B36A23-031B-4D48-146E-422E942C504D}"/>
          </ac:picMkLst>
        </pc:picChg>
      </pc:sldChg>
      <pc:sldChg chg="addSp delSp modSp">
        <pc:chgData name="Xinyi Nie" userId="S::x7nie@uwaterloo.ca::ec8ecdca-98fc-4179-aa0a-f20571a72f06" providerId="AD" clId="Web-{5DAFE924-7719-41D7-B2A1-B08E3C4ABF59}" dt="2025-10-17T03:22:01.764" v="180" actId="20577"/>
        <pc:sldMkLst>
          <pc:docMk/>
          <pc:sldMk cId="1923197736" sldId="263"/>
        </pc:sldMkLst>
        <pc:spChg chg="del">
          <ac:chgData name="Xinyi Nie" userId="S::x7nie@uwaterloo.ca::ec8ecdca-98fc-4179-aa0a-f20571a72f06" providerId="AD" clId="Web-{5DAFE924-7719-41D7-B2A1-B08E3C4ABF59}" dt="2025-10-17T03:13:42.611" v="45"/>
          <ac:spMkLst>
            <pc:docMk/>
            <pc:sldMk cId="1923197736" sldId="263"/>
            <ac:spMk id="2" creationId="{B11889A0-27C3-D7A3-CCB7-413F1F76C4DA}"/>
          </ac:spMkLst>
        </pc:spChg>
        <pc:spChg chg="add mod">
          <ac:chgData name="Xinyi Nie" userId="S::x7nie@uwaterloo.ca::ec8ecdca-98fc-4179-aa0a-f20571a72f06" providerId="AD" clId="Web-{5DAFE924-7719-41D7-B2A1-B08E3C4ABF59}" dt="2025-10-17T03:22:01.764" v="180" actId="20577"/>
          <ac:spMkLst>
            <pc:docMk/>
            <pc:sldMk cId="1923197736" sldId="263"/>
            <ac:spMk id="3" creationId="{D050597F-D303-2D8C-0056-708CA3CC9A73}"/>
          </ac:spMkLst>
        </pc:spChg>
        <pc:graphicFrameChg chg="mod modGraphic">
          <ac:chgData name="Xinyi Nie" userId="S::x7nie@uwaterloo.ca::ec8ecdca-98fc-4179-aa0a-f20571a72f06" providerId="AD" clId="Web-{5DAFE924-7719-41D7-B2A1-B08E3C4ABF59}" dt="2025-10-17T03:20:10.339" v="165"/>
          <ac:graphicFrameMkLst>
            <pc:docMk/>
            <pc:sldMk cId="1923197736" sldId="263"/>
            <ac:graphicFrameMk id="5" creationId="{62E704EA-A780-8BD2-68BD-42572D7CD9CA}"/>
          </ac:graphicFrameMkLst>
        </pc:graphicFrameChg>
      </pc:sldChg>
    </pc:docChg>
  </pc:docChgLst>
  <pc:docChgLst>
    <pc:chgData name="Xinyi Nie" userId="S::x7nie@uwaterloo.ca::ec8ecdca-98fc-4179-aa0a-f20571a72f06" providerId="AD" clId="Web-{C1BDB788-8F1F-42CB-9A17-19FD74BA6AC8}"/>
    <pc:docChg chg="addSld modSld sldOrd">
      <pc:chgData name="Xinyi Nie" userId="S::x7nie@uwaterloo.ca::ec8ecdca-98fc-4179-aa0a-f20571a72f06" providerId="AD" clId="Web-{C1BDB788-8F1F-42CB-9A17-19FD74BA6AC8}" dt="2025-10-17T03:38:09.246" v="95" actId="1076"/>
      <pc:docMkLst>
        <pc:docMk/>
      </pc:docMkLst>
      <pc:sldChg chg="modSp add ord replId">
        <pc:chgData name="Xinyi Nie" userId="S::x7nie@uwaterloo.ca::ec8ecdca-98fc-4179-aa0a-f20571a72f06" providerId="AD" clId="Web-{C1BDB788-8F1F-42CB-9A17-19FD74BA6AC8}" dt="2025-10-17T03:34:38.181" v="8" actId="20577"/>
        <pc:sldMkLst>
          <pc:docMk/>
          <pc:sldMk cId="225479335" sldId="264"/>
        </pc:sldMkLst>
        <pc:spChg chg="mod">
          <ac:chgData name="Xinyi Nie" userId="S::x7nie@uwaterloo.ca::ec8ecdca-98fc-4179-aa0a-f20571a72f06" providerId="AD" clId="Web-{C1BDB788-8F1F-42CB-9A17-19FD74BA6AC8}" dt="2025-10-17T03:34:38.181" v="8" actId="20577"/>
          <ac:spMkLst>
            <pc:docMk/>
            <pc:sldMk cId="225479335" sldId="264"/>
            <ac:spMk id="2" creationId="{A4570366-A24A-0062-A6D8-9AC8EC125F28}"/>
          </ac:spMkLst>
        </pc:spChg>
      </pc:sldChg>
      <pc:sldChg chg="addSp delSp modSp new">
        <pc:chgData name="Xinyi Nie" userId="S::x7nie@uwaterloo.ca::ec8ecdca-98fc-4179-aa0a-f20571a72f06" providerId="AD" clId="Web-{C1BDB788-8F1F-42CB-9A17-19FD74BA6AC8}" dt="2025-10-17T03:36:22.620" v="81" actId="14100"/>
        <pc:sldMkLst>
          <pc:docMk/>
          <pc:sldMk cId="972824034" sldId="265"/>
        </pc:sldMkLst>
        <pc:spChg chg="mod">
          <ac:chgData name="Xinyi Nie" userId="S::x7nie@uwaterloo.ca::ec8ecdca-98fc-4179-aa0a-f20571a72f06" providerId="AD" clId="Web-{C1BDB788-8F1F-42CB-9A17-19FD74BA6AC8}" dt="2025-10-17T03:35:17.650" v="14" actId="20577"/>
          <ac:spMkLst>
            <pc:docMk/>
            <pc:sldMk cId="972824034" sldId="265"/>
            <ac:spMk id="2" creationId="{0547EC75-8926-CE5B-1233-C2C0EAEF03A5}"/>
          </ac:spMkLst>
        </pc:spChg>
        <pc:spChg chg="del mod">
          <ac:chgData name="Xinyi Nie" userId="S::x7nie@uwaterloo.ca::ec8ecdca-98fc-4179-aa0a-f20571a72f06" providerId="AD" clId="Web-{C1BDB788-8F1F-42CB-9A17-19FD74BA6AC8}" dt="2025-10-17T03:35:38.760" v="20"/>
          <ac:spMkLst>
            <pc:docMk/>
            <pc:sldMk cId="972824034" sldId="265"/>
            <ac:spMk id="3" creationId="{0FECD0D9-EC15-CCA1-EAEA-899FC509A4D8}"/>
          </ac:spMkLst>
        </pc:spChg>
        <pc:spChg chg="add mod">
          <ac:chgData name="Xinyi Nie" userId="S::x7nie@uwaterloo.ca::ec8ecdca-98fc-4179-aa0a-f20571a72f06" providerId="AD" clId="Web-{C1BDB788-8F1F-42CB-9A17-19FD74BA6AC8}" dt="2025-10-17T03:36:22.620" v="81" actId="14100"/>
          <ac:spMkLst>
            <pc:docMk/>
            <pc:sldMk cId="972824034" sldId="265"/>
            <ac:spMk id="4" creationId="{E6A3FBBE-5256-9413-1F08-07A02DC7AB8F}"/>
          </ac:spMkLst>
        </pc:spChg>
      </pc:sldChg>
      <pc:sldChg chg="addSp modSp add replId">
        <pc:chgData name="Xinyi Nie" userId="S::x7nie@uwaterloo.ca::ec8ecdca-98fc-4179-aa0a-f20571a72f06" providerId="AD" clId="Web-{C1BDB788-8F1F-42CB-9A17-19FD74BA6AC8}" dt="2025-10-17T03:38:09.246" v="95" actId="1076"/>
        <pc:sldMkLst>
          <pc:docMk/>
          <pc:sldMk cId="2112498051" sldId="266"/>
        </pc:sldMkLst>
        <pc:spChg chg="mod">
          <ac:chgData name="Xinyi Nie" userId="S::x7nie@uwaterloo.ca::ec8ecdca-98fc-4179-aa0a-f20571a72f06" providerId="AD" clId="Web-{C1BDB788-8F1F-42CB-9A17-19FD74BA6AC8}" dt="2025-10-17T03:37:06.448" v="83" actId="20577"/>
          <ac:spMkLst>
            <pc:docMk/>
            <pc:sldMk cId="2112498051" sldId="266"/>
            <ac:spMk id="2" creationId="{08031519-BCAF-52D9-8C6A-860D239C2EC7}"/>
          </ac:spMkLst>
        </pc:spChg>
        <pc:spChg chg="mod">
          <ac:chgData name="Xinyi Nie" userId="S::x7nie@uwaterloo.ca::ec8ecdca-98fc-4179-aa0a-f20571a72f06" providerId="AD" clId="Web-{C1BDB788-8F1F-42CB-9A17-19FD74BA6AC8}" dt="2025-10-17T03:38:09.246" v="95" actId="1076"/>
          <ac:spMkLst>
            <pc:docMk/>
            <pc:sldMk cId="2112498051" sldId="266"/>
            <ac:spMk id="4" creationId="{26C47BB9-E20C-1E39-F538-14E0714BB4B6}"/>
          </ac:spMkLst>
        </pc:spChg>
        <pc:picChg chg="add mod">
          <ac:chgData name="Xinyi Nie" userId="S::x7nie@uwaterloo.ca::ec8ecdca-98fc-4179-aa0a-f20571a72f06" providerId="AD" clId="Web-{C1BDB788-8F1F-42CB-9A17-19FD74BA6AC8}" dt="2025-10-17T03:38:05.652" v="94" actId="1076"/>
          <ac:picMkLst>
            <pc:docMk/>
            <pc:sldMk cId="2112498051" sldId="266"/>
            <ac:picMk id="3" creationId="{758227F5-5E3E-0F2C-949C-986D123E995A}"/>
          </ac:picMkLst>
        </pc:picChg>
      </pc:sldChg>
    </pc:docChg>
  </pc:docChgLst>
  <pc:docChgLst>
    <pc:chgData name="Xinyi Nie" userId="S::x7nie@uwaterloo.ca::ec8ecdca-98fc-4179-aa0a-f20571a72f06" providerId="AD" clId="Web-{9E07B7B3-F14B-2B99-3BBD-A6B77D85F065}"/>
    <pc:docChg chg="modSld">
      <pc:chgData name="Xinyi Nie" userId="S::x7nie@uwaterloo.ca::ec8ecdca-98fc-4179-aa0a-f20571a72f06" providerId="AD" clId="Web-{9E07B7B3-F14B-2B99-3BBD-A6B77D85F065}" dt="2025-10-17T23:53:38.943" v="16" actId="1076"/>
      <pc:docMkLst>
        <pc:docMk/>
      </pc:docMkLst>
      <pc:sldChg chg="modSp">
        <pc:chgData name="Xinyi Nie" userId="S::x7nie@uwaterloo.ca::ec8ecdca-98fc-4179-aa0a-f20571a72f06" providerId="AD" clId="Web-{9E07B7B3-F14B-2B99-3BBD-A6B77D85F065}" dt="2025-10-17T23:53:38.943" v="16" actId="1076"/>
        <pc:sldMkLst>
          <pc:docMk/>
          <pc:sldMk cId="686187428" sldId="261"/>
        </pc:sldMkLst>
        <pc:picChg chg="mod ord">
          <ac:chgData name="Xinyi Nie" userId="S::x7nie@uwaterloo.ca::ec8ecdca-98fc-4179-aa0a-f20571a72f06" providerId="AD" clId="Web-{9E07B7B3-F14B-2B99-3BBD-A6B77D85F065}" dt="2025-10-17T23:53:38.943" v="16" actId="1076"/>
          <ac:picMkLst>
            <pc:docMk/>
            <pc:sldMk cId="686187428" sldId="261"/>
            <ac:picMk id="3" creationId="{D1EE5DE0-C8E9-EEF2-75E7-744B3A0C8A6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Logistic Regression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A friendly introduction inspired by </a:t>
            </a:r>
            <a:r>
              <a:rPr lang="en-US" dirty="0" err="1">
                <a:ea typeface="+mn-lt"/>
                <a:cs typeface="+mn-lt"/>
              </a:rPr>
              <a:t>StatQuest</a:t>
            </a:r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0595C-436E-6C9B-A510-BC2B27C5E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Quick Recap: Linear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290A0-079D-6F73-D675-D4346D7D91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>
                <a:ea typeface="+mn-lt"/>
                <a:cs typeface="+mn-lt"/>
              </a:rPr>
              <a:t>Linear regression predicts </a:t>
            </a:r>
            <a:r>
              <a:rPr lang="en-US" sz="2400" b="1" dirty="0">
                <a:ea typeface="+mn-lt"/>
                <a:cs typeface="+mn-lt"/>
              </a:rPr>
              <a:t>continuous outcomes</a:t>
            </a:r>
            <a:r>
              <a:rPr lang="en-US" sz="2400" dirty="0">
                <a:ea typeface="+mn-lt"/>
                <a:cs typeface="+mn-lt"/>
              </a:rPr>
              <a:t>.</a:t>
            </a:r>
            <a:endParaRPr lang="en-US" sz="2400"/>
          </a:p>
          <a:p>
            <a:r>
              <a:rPr lang="en-US" sz="2400" dirty="0">
                <a:ea typeface="+mn-lt"/>
                <a:cs typeface="+mn-lt"/>
              </a:rPr>
              <a:t>Example: </a:t>
            </a:r>
            <a:r>
              <a:rPr lang="en-US" sz="2400" b="1" dirty="0">
                <a:ea typeface="+mn-lt"/>
                <a:cs typeface="+mn-lt"/>
              </a:rPr>
              <a:t>Predict mouse size</a:t>
            </a:r>
            <a:r>
              <a:rPr lang="en-US" sz="2400" dirty="0">
                <a:ea typeface="+mn-lt"/>
                <a:cs typeface="+mn-lt"/>
              </a:rPr>
              <a:t> using </a:t>
            </a:r>
            <a:r>
              <a:rPr lang="en-US" sz="2400" b="1" dirty="0">
                <a:ea typeface="+mn-lt"/>
                <a:cs typeface="+mn-lt"/>
              </a:rPr>
              <a:t>weight</a:t>
            </a:r>
            <a:r>
              <a:rPr lang="en-US" sz="2400" dirty="0">
                <a:ea typeface="+mn-lt"/>
                <a:cs typeface="+mn-lt"/>
              </a:rPr>
              <a:t> → outputs any real number</a:t>
            </a:r>
            <a:endParaRPr lang="en-US" sz="2400" dirty="0"/>
          </a:p>
        </p:txBody>
      </p:sp>
      <p:pic>
        <p:nvPicPr>
          <p:cNvPr id="4" name="Picture 3" descr="A diagram of a weight scale&#10;&#10;AI-generated content may be incorrect.">
            <a:extLst>
              <a:ext uri="{FF2B5EF4-FFF2-40B4-BE49-F238E27FC236}">
                <a16:creationId xmlns:a16="http://schemas.microsoft.com/office/drawing/2014/main" id="{2029831D-33B3-97EE-10A4-E5ADF6E6E1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070" y="3263682"/>
            <a:ext cx="2904227" cy="265334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E0EA87D-7FAB-1E2A-15E9-FE0747CF170B}"/>
              </a:ext>
            </a:extLst>
          </p:cNvPr>
          <p:cNvSpPr txBox="1"/>
          <p:nvPr/>
        </p:nvSpPr>
        <p:spPr>
          <a:xfrm>
            <a:off x="3975231" y="3382542"/>
            <a:ext cx="6903822" cy="240040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800" dirty="0"/>
              <a:t>  </a:t>
            </a:r>
            <a:r>
              <a:rPr lang="en-US" sz="2400" dirty="0"/>
              <a:t>With a line fit, we can:</a:t>
            </a:r>
          </a:p>
          <a:p>
            <a:pPr marL="742950" lvl="1" indent="-285750">
              <a:lnSpc>
                <a:spcPct val="90000"/>
              </a:lnSpc>
              <a:spcBef>
                <a:spcPts val="500"/>
              </a:spcBef>
              <a:buFont typeface="Arial"/>
              <a:buChar char="•"/>
            </a:pPr>
            <a:r>
              <a:rPr lang="en-US" sz="2000" dirty="0"/>
              <a:t>Calculate </a:t>
            </a:r>
            <a:r>
              <a:rPr lang="en-US" sz="2000" b="1" dirty="0"/>
              <a:t>R²</a:t>
            </a:r>
            <a:r>
              <a:rPr lang="en-US" sz="2000" dirty="0"/>
              <a:t> to see effect strength.</a:t>
            </a:r>
          </a:p>
          <a:p>
            <a:pPr marL="742950" lvl="1" indent="-285750">
              <a:lnSpc>
                <a:spcPct val="90000"/>
              </a:lnSpc>
              <a:spcBef>
                <a:spcPts val="500"/>
              </a:spcBef>
              <a:buFont typeface="Arial"/>
              <a:buChar char="•"/>
            </a:pPr>
            <a:r>
              <a:rPr lang="en-US" sz="2000" dirty="0"/>
              <a:t>Get </a:t>
            </a:r>
            <a:r>
              <a:rPr lang="en-US" sz="2000" b="1" dirty="0"/>
              <a:t>p-values</a:t>
            </a:r>
            <a:r>
              <a:rPr lang="en-US" sz="2000" dirty="0"/>
              <a:t> to judge statistical significance.</a:t>
            </a:r>
          </a:p>
          <a:p>
            <a:pPr marL="742950" lvl="1" indent="-285750">
              <a:lnSpc>
                <a:spcPct val="90000"/>
              </a:lnSpc>
              <a:spcBef>
                <a:spcPts val="500"/>
              </a:spcBef>
              <a:buFont typeface="Arial"/>
              <a:buChar char="•"/>
            </a:pPr>
            <a:r>
              <a:rPr lang="en-US" sz="2000" b="1" dirty="0"/>
              <a:t>Predict new values</a:t>
            </a:r>
            <a:r>
              <a:rPr lang="en-US" sz="2000" dirty="0"/>
              <a:t> based on the line.</a:t>
            </a:r>
            <a:br>
              <a:rPr lang="en-US" sz="2000" dirty="0"/>
            </a:br>
            <a:endParaRPr lang="en-US" sz="2000" dirty="0"/>
          </a:p>
          <a:p>
            <a:pPr lvl="1">
              <a:lnSpc>
                <a:spcPct val="90000"/>
              </a:lnSpc>
              <a:spcBef>
                <a:spcPts val="500"/>
              </a:spcBef>
            </a:pPr>
            <a:r>
              <a:rPr lang="en-US" sz="2000" dirty="0"/>
              <a:t>👉 </a:t>
            </a:r>
            <a:r>
              <a:rPr lang="en-US" sz="2000" i="1" dirty="0"/>
              <a:t>But what if our outcome is NOT continuous? </a:t>
            </a:r>
            <a:br>
              <a:rPr lang="en-US" dirty="0"/>
            </a:br>
            <a:r>
              <a:rPr lang="en-US" sz="2000" i="1" dirty="0"/>
              <a:t>     What if it’s just YES/NO (Binary)?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9556820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1648F-776E-997A-E686-D490BA2D4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ea typeface="+mj-lt"/>
                <a:cs typeface="+mj-lt"/>
              </a:rPr>
              <a:t>Can we use a mouse’s weight to predict whether it is obese?</a:t>
            </a:r>
            <a:endParaRPr lang="en-US" sz="3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988CE-1AC2-34C9-FFAE-3D802E9DBB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43982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ea typeface="+mn-lt"/>
                <a:cs typeface="+mn-lt"/>
              </a:rPr>
              <a:t>Outcome is </a:t>
            </a:r>
            <a:r>
              <a:rPr lang="en-US" sz="2000" b="1" dirty="0">
                <a:ea typeface="+mn-lt"/>
                <a:cs typeface="+mn-lt"/>
              </a:rPr>
              <a:t>binary</a:t>
            </a:r>
            <a:r>
              <a:rPr lang="en-US" sz="2000" dirty="0">
                <a:ea typeface="+mn-lt"/>
                <a:cs typeface="+mn-lt"/>
              </a:rPr>
              <a:t>: Obese ✅ or Not Obese ❌ ( Binary ) </a:t>
            </a:r>
            <a:endParaRPr lang="en-US" sz="2000" dirty="0"/>
          </a:p>
          <a:p>
            <a:r>
              <a:rPr lang="en-US" sz="2000" dirty="0">
                <a:ea typeface="+mn-lt"/>
                <a:cs typeface="+mn-lt"/>
              </a:rPr>
              <a:t>We’re no longer predicting a </a:t>
            </a:r>
            <a:r>
              <a:rPr lang="en-US" sz="2000" b="1" dirty="0">
                <a:ea typeface="+mn-lt"/>
                <a:cs typeface="+mn-lt"/>
              </a:rPr>
              <a:t>number</a:t>
            </a:r>
            <a:r>
              <a:rPr lang="en-US" sz="2000" dirty="0">
                <a:ea typeface="+mn-lt"/>
                <a:cs typeface="+mn-lt"/>
              </a:rPr>
              <a:t>, but a </a:t>
            </a:r>
            <a:r>
              <a:rPr lang="en-US" sz="2000" b="1" dirty="0">
                <a:ea typeface="+mn-lt"/>
                <a:cs typeface="+mn-lt"/>
              </a:rPr>
              <a:t>Yes/No classification</a:t>
            </a:r>
            <a:endParaRPr lang="en-US" sz="2000" dirty="0"/>
          </a:p>
          <a:p>
            <a:r>
              <a:rPr lang="en-US" sz="2000" dirty="0"/>
              <a:t>And this is exactly </a:t>
            </a:r>
            <a:r>
              <a:rPr lang="en-US" sz="2000" dirty="0">
                <a:ea typeface="+mn-lt"/>
                <a:cs typeface="+mn-lt"/>
              </a:rPr>
              <a:t>what logistic regression is used for.</a:t>
            </a:r>
            <a:endParaRPr lang="en-US" sz="2000" b="1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281864-2130-8221-7F21-73350E2DB248}"/>
              </a:ext>
            </a:extLst>
          </p:cNvPr>
          <p:cNvSpPr txBox="1"/>
          <p:nvPr/>
        </p:nvSpPr>
        <p:spPr>
          <a:xfrm>
            <a:off x="7330627" y="3283012"/>
            <a:ext cx="4578761" cy="34470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ea typeface="+mn-lt"/>
                <a:cs typeface="+mn-lt"/>
              </a:rPr>
              <a:t>Logistic Regression predicts </a:t>
            </a:r>
            <a:br>
              <a:rPr lang="en-US" sz="2000" dirty="0">
                <a:ea typeface="+mn-lt"/>
                <a:cs typeface="+mn-lt"/>
              </a:rPr>
            </a:br>
            <a:r>
              <a:rPr lang="en-US" sz="2000" b="1" dirty="0">
                <a:ea typeface="+mn-lt"/>
                <a:cs typeface="+mn-lt"/>
              </a:rPr>
              <a:t>True or False</a:t>
            </a:r>
            <a:r>
              <a:rPr lang="en-US" sz="2000" dirty="0">
                <a:ea typeface="+mn-lt"/>
                <a:cs typeface="+mn-lt"/>
              </a:rPr>
              <a:t> outcomes.</a:t>
            </a:r>
          </a:p>
          <a:p>
            <a:br>
              <a:rPr lang="en-US" sz="2000" dirty="0">
                <a:ea typeface="+mn-lt"/>
                <a:cs typeface="+mn-lt"/>
              </a:rPr>
            </a:br>
            <a:r>
              <a:rPr lang="en-US" sz="2000" dirty="0">
                <a:ea typeface="+mn-lt"/>
                <a:cs typeface="+mn-lt"/>
              </a:rPr>
              <a:t>Instead of outputting a size or weight, </a:t>
            </a:r>
            <a:br>
              <a:rPr lang="en-US" sz="2000" dirty="0">
                <a:ea typeface="+mn-lt"/>
                <a:cs typeface="+mn-lt"/>
              </a:rPr>
            </a:br>
            <a:r>
              <a:rPr lang="en-US" sz="2000" dirty="0">
                <a:ea typeface="+mn-lt"/>
                <a:cs typeface="+mn-lt"/>
              </a:rPr>
              <a:t>it outputs a </a:t>
            </a:r>
            <a:r>
              <a:rPr lang="en-US" sz="2000" b="1" dirty="0">
                <a:ea typeface="+mn-lt"/>
                <a:cs typeface="+mn-lt"/>
              </a:rPr>
              <a:t>probability.</a:t>
            </a:r>
            <a:br>
              <a:rPr lang="en-US" sz="2000" b="1" dirty="0">
                <a:ea typeface="+mn-lt"/>
                <a:cs typeface="+mn-lt"/>
              </a:rPr>
            </a:br>
            <a:endParaRPr lang="en-US" sz="2000" dirty="0">
              <a:ea typeface="+mn-lt"/>
              <a:cs typeface="+mn-lt"/>
            </a:endParaRPr>
          </a:p>
          <a:p>
            <a:r>
              <a:rPr lang="en-US" sz="2000" dirty="0">
                <a:ea typeface="+mn-lt"/>
                <a:cs typeface="+mn-lt"/>
              </a:rPr>
              <a:t>So the Y-axis is always </a:t>
            </a:r>
            <a:br>
              <a:rPr lang="en-US" sz="2000" dirty="0">
                <a:ea typeface="+mn-lt"/>
                <a:cs typeface="+mn-lt"/>
              </a:rPr>
            </a:br>
            <a:r>
              <a:rPr lang="en-US" sz="2000" dirty="0">
                <a:ea typeface="+mn-lt"/>
                <a:cs typeface="+mn-lt"/>
              </a:rPr>
              <a:t>between </a:t>
            </a:r>
            <a:r>
              <a:rPr lang="en-US" sz="2000" b="1" dirty="0">
                <a:ea typeface="+mn-lt"/>
                <a:cs typeface="+mn-lt"/>
              </a:rPr>
              <a:t>0 and 1 </a:t>
            </a:r>
            <a:br>
              <a:rPr lang="en-US" sz="2000" b="1" dirty="0">
                <a:ea typeface="+mn-lt"/>
                <a:cs typeface="+mn-lt"/>
              </a:rPr>
            </a:br>
            <a:br>
              <a:rPr lang="en-US" sz="2000" b="1" dirty="0">
                <a:ea typeface="+mn-lt"/>
                <a:cs typeface="+mn-lt"/>
              </a:rPr>
            </a:br>
            <a:r>
              <a:rPr lang="en-US" sz="2000" dirty="0">
                <a:ea typeface="+mn-lt"/>
                <a:cs typeface="+mn-lt"/>
              </a:rPr>
              <a:t>→ represents P(Obese | Weight).</a:t>
            </a:r>
          </a:p>
          <a:p>
            <a:pPr algn="l"/>
            <a:endParaRPr lang="en-US" dirty="0">
              <a:ea typeface="+mn-lt"/>
              <a:cs typeface="+mn-lt"/>
            </a:endParaRPr>
          </a:p>
        </p:txBody>
      </p:sp>
      <p:pic>
        <p:nvPicPr>
          <p:cNvPr id="7" name="Content Placeholder 3" descr="A diagram of a diagram of a weight loss&#10;&#10;AI-generated content may be incorrect.">
            <a:extLst>
              <a:ext uri="{FF2B5EF4-FFF2-40B4-BE49-F238E27FC236}">
                <a16:creationId xmlns:a16="http://schemas.microsoft.com/office/drawing/2014/main" id="{126AB790-E9B6-97E9-71C8-CD9B6022E2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17" r="3161"/>
          <a:stretch>
            <a:fillRect/>
          </a:stretch>
        </p:blipFill>
        <p:spPr>
          <a:xfrm>
            <a:off x="2480192" y="3513502"/>
            <a:ext cx="4853150" cy="2979516"/>
          </a:xfrm>
          <a:prstGeom prst="rect">
            <a:avLst/>
          </a:prstGeom>
        </p:spPr>
      </p:pic>
      <p:pic>
        <p:nvPicPr>
          <p:cNvPr id="8" name="Picture 7" descr="A black and white diagram&#10;&#10;AI-generated content may be incorrect.">
            <a:extLst>
              <a:ext uri="{FF2B5EF4-FFF2-40B4-BE49-F238E27FC236}">
                <a16:creationId xmlns:a16="http://schemas.microsoft.com/office/drawing/2014/main" id="{7BBAA8A1-44EC-854E-77F0-859392F0B8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241" y="3313558"/>
            <a:ext cx="2162175" cy="284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102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C084AEA-6541-067A-B3F6-C944927D2890}"/>
              </a:ext>
            </a:extLst>
          </p:cNvPr>
          <p:cNvSpPr txBox="1"/>
          <p:nvPr/>
        </p:nvSpPr>
        <p:spPr>
          <a:xfrm>
            <a:off x="891414" y="310220"/>
            <a:ext cx="9551283" cy="66328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2400" dirty="0"/>
              <a:t>Linear regression draws a </a:t>
            </a:r>
            <a:r>
              <a:rPr lang="en-US" sz="2400" b="1" dirty="0"/>
              <a:t>straight line</a:t>
            </a:r>
            <a:r>
              <a:rPr lang="en-US" sz="2400" dirty="0"/>
              <a:t>.</a:t>
            </a:r>
            <a:br>
              <a:rPr lang="en-US" sz="2400" dirty="0"/>
            </a:br>
            <a:r>
              <a:rPr lang="en-US" sz="2400" dirty="0">
                <a:solidFill>
                  <a:schemeClr val="accent6"/>
                </a:solidFill>
              </a:rPr>
              <a:t>  Used to predict value 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2400" dirty="0"/>
              <a:t>Logistic regression fits an </a:t>
            </a:r>
            <a:r>
              <a:rPr lang="en-US" sz="2400" b="1" dirty="0"/>
              <a:t>S-shaped (sigmoid) curve</a:t>
            </a:r>
            <a:r>
              <a:rPr lang="en-US" sz="2400" dirty="0"/>
              <a:t>.</a:t>
            </a:r>
          </a:p>
          <a:p>
            <a:pPr marL="742950" lvl="1" indent="-285750">
              <a:lnSpc>
                <a:spcPct val="90000"/>
              </a:lnSpc>
              <a:spcBef>
                <a:spcPts val="500"/>
              </a:spcBef>
              <a:buFont typeface="Arial"/>
              <a:buChar char="•"/>
            </a:pPr>
            <a:r>
              <a:rPr lang="en-US" sz="2000" dirty="0"/>
              <a:t>Very light mouse → probability near </a:t>
            </a:r>
            <a:r>
              <a:rPr lang="en-US" sz="2000" b="1" dirty="0"/>
              <a:t>0</a:t>
            </a:r>
            <a:endParaRPr lang="en-US" sz="2000" dirty="0"/>
          </a:p>
          <a:p>
            <a:pPr marL="742950" lvl="1" indent="-285750">
              <a:lnSpc>
                <a:spcPct val="90000"/>
              </a:lnSpc>
              <a:spcBef>
                <a:spcPts val="500"/>
              </a:spcBef>
              <a:buFont typeface="Arial"/>
              <a:buChar char="•"/>
            </a:pPr>
            <a:r>
              <a:rPr lang="en-US" sz="2000" dirty="0"/>
              <a:t>Medium weight → around </a:t>
            </a:r>
            <a:r>
              <a:rPr lang="en-US" sz="2000" b="1" dirty="0"/>
              <a:t>0.5</a:t>
            </a:r>
            <a:endParaRPr lang="en-US" sz="2000" dirty="0"/>
          </a:p>
          <a:p>
            <a:pPr marL="742950" lvl="1" indent="-285750">
              <a:lnSpc>
                <a:spcPct val="90000"/>
              </a:lnSpc>
              <a:spcBef>
                <a:spcPts val="500"/>
              </a:spcBef>
              <a:buFont typeface="Arial"/>
              <a:buChar char="•"/>
            </a:pPr>
            <a:r>
              <a:rPr lang="en-US" sz="2000" dirty="0"/>
              <a:t>Heavy mouse → probability near </a:t>
            </a:r>
            <a:r>
              <a:rPr lang="en-US" sz="2000" b="1" dirty="0"/>
              <a:t>1</a:t>
            </a:r>
          </a:p>
          <a:p>
            <a:pPr lvl="1">
              <a:lnSpc>
                <a:spcPct val="90000"/>
              </a:lnSpc>
              <a:spcBef>
                <a:spcPts val="500"/>
              </a:spcBef>
            </a:pPr>
            <a:r>
              <a:rPr lang="en-US" sz="2400" b="1" dirty="0">
                <a:solidFill>
                  <a:srgbClr val="FFC000"/>
                </a:solidFill>
              </a:rPr>
              <a:t>Used for classification</a:t>
            </a:r>
            <a:r>
              <a:rPr lang="en-US" sz="2000" b="1" dirty="0">
                <a:solidFill>
                  <a:srgbClr val="FFC000"/>
                </a:solidFill>
              </a:rPr>
              <a:t> </a:t>
            </a:r>
            <a:endParaRPr lang="en-US"/>
          </a:p>
          <a:p>
            <a:pPr lvl="1">
              <a:lnSpc>
                <a:spcPct val="90000"/>
              </a:lnSpc>
              <a:spcBef>
                <a:spcPts val="500"/>
              </a:spcBef>
            </a:pPr>
            <a:endParaRPr lang="en-US" sz="2000" b="1" dirty="0">
              <a:solidFill>
                <a:srgbClr val="FFC000"/>
              </a:solidFill>
            </a:endParaRPr>
          </a:p>
          <a:p>
            <a:pPr lvl="1">
              <a:lnSpc>
                <a:spcPct val="90000"/>
              </a:lnSpc>
              <a:spcBef>
                <a:spcPts val="500"/>
              </a:spcBef>
            </a:pPr>
            <a:endParaRPr lang="en-US" sz="2000" b="1" dirty="0">
              <a:solidFill>
                <a:srgbClr val="FFC000"/>
              </a:solidFill>
            </a:endParaRPr>
          </a:p>
          <a:p>
            <a:pPr lvl="1">
              <a:lnSpc>
                <a:spcPct val="90000"/>
              </a:lnSpc>
              <a:spcBef>
                <a:spcPts val="500"/>
              </a:spcBef>
            </a:pPr>
            <a:endParaRPr lang="en-US" sz="2000" b="1" dirty="0">
              <a:solidFill>
                <a:srgbClr val="FFC000"/>
              </a:solidFill>
            </a:endParaRPr>
          </a:p>
          <a:p>
            <a:pPr lvl="1">
              <a:lnSpc>
                <a:spcPct val="90000"/>
              </a:lnSpc>
              <a:spcBef>
                <a:spcPts val="500"/>
              </a:spcBef>
            </a:pPr>
            <a:endParaRPr lang="en-US" sz="2000" b="1" dirty="0">
              <a:solidFill>
                <a:srgbClr val="FFC000"/>
              </a:solidFill>
            </a:endParaRPr>
          </a:p>
          <a:p>
            <a:pPr lvl="1">
              <a:lnSpc>
                <a:spcPct val="90000"/>
              </a:lnSpc>
              <a:spcBef>
                <a:spcPts val="500"/>
              </a:spcBef>
            </a:pPr>
            <a:endParaRPr lang="en-US" sz="2000" b="1" dirty="0">
              <a:solidFill>
                <a:srgbClr val="FFC000"/>
              </a:solidFill>
            </a:endParaRPr>
          </a:p>
          <a:p>
            <a:pPr lvl="1">
              <a:lnSpc>
                <a:spcPct val="90000"/>
              </a:lnSpc>
              <a:spcBef>
                <a:spcPts val="500"/>
              </a:spcBef>
            </a:pPr>
            <a:endParaRPr lang="en-US" sz="2000" b="1" dirty="0">
              <a:solidFill>
                <a:srgbClr val="FFC000"/>
              </a:solidFill>
              <a:ea typeface="+mn-lt"/>
              <a:cs typeface="+mn-lt"/>
            </a:endParaRPr>
          </a:p>
          <a:p>
            <a:pPr lvl="1">
              <a:lnSpc>
                <a:spcPct val="90000"/>
              </a:lnSpc>
              <a:spcBef>
                <a:spcPts val="500"/>
              </a:spcBef>
            </a:pPr>
            <a:endParaRPr lang="en-US" sz="2000" b="1" dirty="0">
              <a:solidFill>
                <a:srgbClr val="FFC000"/>
              </a:solidFill>
              <a:ea typeface="+mn-lt"/>
              <a:cs typeface="+mn-lt"/>
            </a:endParaRPr>
          </a:p>
          <a:p>
            <a:pPr lvl="1">
              <a:lnSpc>
                <a:spcPct val="90000"/>
              </a:lnSpc>
              <a:spcBef>
                <a:spcPts val="500"/>
              </a:spcBef>
            </a:pPr>
            <a:endParaRPr lang="en-US" sz="2000" b="1" dirty="0">
              <a:solidFill>
                <a:srgbClr val="FFC000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If </a:t>
            </a:r>
            <a:r>
              <a:rPr lang="en-US" sz="2000" b="1" dirty="0">
                <a:ea typeface="+mn-lt"/>
                <a:cs typeface="+mn-lt"/>
              </a:rPr>
              <a:t>P(Obese) &gt; 0.5 → classify as Obese</a:t>
            </a:r>
            <a:endParaRPr lang="en-US" sz="2000"/>
          </a:p>
          <a:p>
            <a:pPr marL="285750" indent="-28575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Else → classify as </a:t>
            </a:r>
            <a:r>
              <a:rPr lang="en-US" sz="2000" b="1" dirty="0">
                <a:ea typeface="+mn-lt"/>
                <a:cs typeface="+mn-lt"/>
              </a:rPr>
              <a:t>Not Obese</a:t>
            </a:r>
            <a:endParaRPr lang="en-US" sz="2000"/>
          </a:p>
          <a:p>
            <a:pPr marL="285750" indent="-28575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Logistic regression does </a:t>
            </a:r>
            <a:r>
              <a:rPr lang="en-US" sz="2000" b="1" dirty="0">
                <a:ea typeface="+mn-lt"/>
                <a:cs typeface="+mn-lt"/>
              </a:rPr>
              <a:t>probability estimation + classification</a:t>
            </a:r>
            <a:r>
              <a:rPr lang="en-US" sz="2000" dirty="0">
                <a:ea typeface="+mn-lt"/>
                <a:cs typeface="+mn-lt"/>
              </a:rPr>
              <a:t> in one model.</a:t>
            </a:r>
            <a:endParaRPr lang="en-US" sz="2000"/>
          </a:p>
          <a:p>
            <a:pPr lvl="1">
              <a:lnSpc>
                <a:spcPct val="90000"/>
              </a:lnSpc>
              <a:spcBef>
                <a:spcPts val="500"/>
              </a:spcBef>
            </a:pPr>
            <a:endParaRPr lang="en-US" sz="2000" b="1" dirty="0">
              <a:solidFill>
                <a:srgbClr val="FFC000"/>
              </a:solidFill>
            </a:endParaRPr>
          </a:p>
        </p:txBody>
      </p:sp>
      <p:pic>
        <p:nvPicPr>
          <p:cNvPr id="13" name="Picture 12" descr="A diagram of a weight scale&#10;&#10;AI-generated content may be incorrect.">
            <a:extLst>
              <a:ext uri="{FF2B5EF4-FFF2-40B4-BE49-F238E27FC236}">
                <a16:creationId xmlns:a16="http://schemas.microsoft.com/office/drawing/2014/main" id="{2D74ADD7-CA1C-7128-8F9C-99A120C0A1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571"/>
          <a:stretch>
            <a:fillRect/>
          </a:stretch>
        </p:blipFill>
        <p:spPr>
          <a:xfrm>
            <a:off x="9119090" y="23527"/>
            <a:ext cx="1796074" cy="1688609"/>
          </a:xfrm>
          <a:prstGeom prst="rect">
            <a:avLst/>
          </a:prstGeom>
        </p:spPr>
      </p:pic>
      <p:pic>
        <p:nvPicPr>
          <p:cNvPr id="16" name="Picture 15" descr="A diagram of a graph&#10;&#10;AI-generated content may be incorrect.">
            <a:extLst>
              <a:ext uri="{FF2B5EF4-FFF2-40B4-BE49-F238E27FC236}">
                <a16:creationId xmlns:a16="http://schemas.microsoft.com/office/drawing/2014/main" id="{3615A4D3-2064-9E0D-876B-19C585E4DA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856" y="3205443"/>
            <a:ext cx="4103915" cy="1975758"/>
          </a:xfrm>
          <a:prstGeom prst="rect">
            <a:avLst/>
          </a:prstGeom>
        </p:spPr>
      </p:pic>
      <p:pic>
        <p:nvPicPr>
          <p:cNvPr id="17" name="Picture 16" descr="A diagram of a mouse&#10;&#10;AI-generated content may be incorrect.">
            <a:extLst>
              <a:ext uri="{FF2B5EF4-FFF2-40B4-BE49-F238E27FC236}">
                <a16:creationId xmlns:a16="http://schemas.microsoft.com/office/drawing/2014/main" id="{7B9EE606-EC13-F6EA-F433-0DEDB305E2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4117" y="3292529"/>
            <a:ext cx="3524250" cy="1953987"/>
          </a:xfrm>
          <a:prstGeom prst="rect">
            <a:avLst/>
          </a:prstGeom>
        </p:spPr>
      </p:pic>
      <p:pic>
        <p:nvPicPr>
          <p:cNvPr id="18" name="Picture 17" descr="A diagram of a weight loss diagram&#10;&#10;AI-generated content may be incorrect.">
            <a:extLst>
              <a:ext uri="{FF2B5EF4-FFF2-40B4-BE49-F238E27FC236}">
                <a16:creationId xmlns:a16="http://schemas.microsoft.com/office/drawing/2014/main" id="{FA9BE83E-3902-8FA3-8711-6EFD8E25A1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8650" y="3292529"/>
            <a:ext cx="3499758" cy="1953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873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62155A-6694-F26B-7251-DD52393A5FBB}"/>
              </a:ext>
            </a:extLst>
          </p:cNvPr>
          <p:cNvSpPr txBox="1"/>
          <p:nvPr/>
        </p:nvSpPr>
        <p:spPr>
          <a:xfrm>
            <a:off x="879458" y="293287"/>
            <a:ext cx="9697021" cy="66171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 </a:t>
            </a:r>
            <a:r>
              <a:rPr lang="en-US" sz="2800" b="1" dirty="0"/>
              <a:t>Logistic Regression Can Use Multiple Features</a:t>
            </a:r>
            <a:endParaRPr lang="en-US" sz="2800"/>
          </a:p>
          <a:p>
            <a:r>
              <a:rPr lang="en-US" sz="2000" dirty="0">
                <a:ea typeface="+mn-lt"/>
                <a:cs typeface="+mn-lt"/>
              </a:rPr>
              <a:t>Just like multiple regression, we can extend:</a:t>
            </a:r>
            <a:endParaRPr lang="en-US" sz="2000" dirty="0"/>
          </a:p>
          <a:p>
            <a:pPr marL="285750" indent="-28575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Obesity ~ weight</a:t>
            </a:r>
            <a:br>
              <a:rPr lang="en-US" sz="2000" dirty="0">
                <a:ea typeface="+mn-lt"/>
                <a:cs typeface="+mn-lt"/>
              </a:rPr>
            </a:br>
            <a:r>
              <a:rPr lang="en-US" sz="2000" dirty="0">
                <a:solidFill>
                  <a:schemeClr val="tx1">
                    <a:lumMod val="49000"/>
                    <a:lumOff val="51000"/>
                  </a:schemeClr>
                </a:solidFill>
                <a:ea typeface="+mn-lt"/>
                <a:cs typeface="+mn-lt"/>
              </a:rPr>
              <a:t>Obesity is predicted by weight</a:t>
            </a:r>
            <a:r>
              <a:rPr lang="en-US" sz="2000" dirty="0"/>
              <a:t>​</a:t>
            </a: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Obesity ~ weight + genotype</a:t>
            </a:r>
            <a:br>
              <a:rPr lang="en-US" sz="2000" dirty="0">
                <a:ea typeface="+mn-lt"/>
                <a:cs typeface="+mn-lt"/>
              </a:rPr>
            </a:br>
            <a:r>
              <a:rPr lang="en-US" sz="2000" dirty="0">
                <a:solidFill>
                  <a:schemeClr val="tx1">
                    <a:lumMod val="49000"/>
                    <a:lumOff val="51000"/>
                  </a:schemeClr>
                </a:solidFill>
                <a:ea typeface="+mn-lt"/>
                <a:cs typeface="+mn-lt"/>
              </a:rPr>
              <a:t>Obesity is predicted by weight and genotype </a:t>
            </a: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Obesity ~ weight + genotype + age</a:t>
            </a:r>
            <a:br>
              <a:rPr lang="en-US" sz="2000" dirty="0">
                <a:ea typeface="+mn-lt"/>
                <a:cs typeface="+mn-lt"/>
              </a:rPr>
            </a:br>
            <a:r>
              <a:rPr lang="en-US" sz="2000" dirty="0">
                <a:solidFill>
                  <a:schemeClr val="tx1">
                    <a:lumMod val="49000"/>
                    <a:lumOff val="51000"/>
                  </a:schemeClr>
                </a:solidFill>
                <a:ea typeface="+mn-lt"/>
                <a:cs typeface="+mn-lt"/>
              </a:rPr>
              <a:t>Obesity is predicted by weight, genotype, and age </a:t>
            </a: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Obesity ~ weight + genotype + age +  </a:t>
            </a:r>
            <a:r>
              <a:rPr lang="en-US" sz="2000" b="1" dirty="0">
                <a:ea typeface="+mn-lt"/>
                <a:cs typeface="+mn-lt"/>
              </a:rPr>
              <a:t>astrological sign</a:t>
            </a:r>
            <a:br>
              <a:rPr lang="en-US" sz="2000" b="1" dirty="0">
                <a:ea typeface="+mn-lt"/>
                <a:cs typeface="+mn-lt"/>
              </a:rPr>
            </a:br>
            <a:r>
              <a:rPr lang="en-US" sz="2000" dirty="0">
                <a:solidFill>
                  <a:schemeClr val="tx1">
                    <a:lumMod val="49000"/>
                    <a:lumOff val="51000"/>
                  </a:schemeClr>
                </a:solidFill>
                <a:ea typeface="+mn-lt"/>
                <a:cs typeface="+mn-lt"/>
              </a:rPr>
              <a:t>Obesity is predicted by weight, genotype, age and </a:t>
            </a:r>
            <a:r>
              <a:rPr lang="en-US" sz="2000" u="sng" dirty="0">
                <a:solidFill>
                  <a:schemeClr val="tx1">
                    <a:lumMod val="49000"/>
                    <a:lumOff val="51000"/>
                  </a:schemeClr>
                </a:solidFill>
                <a:ea typeface="+mn-lt"/>
                <a:cs typeface="+mn-lt"/>
              </a:rPr>
              <a:t>astrological sign  ( Useless )</a:t>
            </a:r>
            <a:r>
              <a:rPr lang="en-US" sz="2000" dirty="0">
                <a:solidFill>
                  <a:schemeClr val="tx1">
                    <a:lumMod val="49000"/>
                    <a:lumOff val="51000"/>
                  </a:schemeClr>
                </a:solidFill>
                <a:ea typeface="+mn-lt"/>
                <a:cs typeface="+mn-lt"/>
              </a:rPr>
              <a:t> </a:t>
            </a:r>
            <a:endParaRPr lang="en-US" sz="2000" dirty="0">
              <a:solidFill>
                <a:schemeClr val="tx1">
                  <a:lumMod val="49000"/>
                  <a:lumOff val="51000"/>
                </a:schemeClr>
              </a:solidFill>
            </a:endParaRPr>
          </a:p>
          <a:p>
            <a:pPr marL="285750" indent="-285750">
              <a:buFont typeface="Arial"/>
              <a:buChar char="•"/>
            </a:pPr>
            <a:endParaRPr lang="en-US" sz="2000" b="1" dirty="0">
              <a:ea typeface="+mn-lt"/>
              <a:cs typeface="+mn-lt"/>
            </a:endParaRPr>
          </a:p>
          <a:p>
            <a:r>
              <a:rPr lang="en-US" sz="2000" dirty="0">
                <a:ea typeface="+mn-lt"/>
                <a:cs typeface="+mn-lt"/>
              </a:rPr>
              <a:t>👉 It can handle both  </a:t>
            </a:r>
            <a:r>
              <a:rPr lang="en-US" sz="2000" b="1" dirty="0">
                <a:ea typeface="+mn-lt"/>
                <a:cs typeface="+mn-lt"/>
              </a:rPr>
              <a:t>continuous variables (weight)</a:t>
            </a:r>
            <a:r>
              <a:rPr lang="en-US" sz="2000" dirty="0">
                <a:ea typeface="+mn-lt"/>
                <a:cs typeface="+mn-lt"/>
              </a:rPr>
              <a:t> </a:t>
            </a:r>
            <a:br>
              <a:rPr lang="en-US" sz="2000" dirty="0">
                <a:ea typeface="+mn-lt"/>
                <a:cs typeface="+mn-lt"/>
              </a:rPr>
            </a:br>
            <a:r>
              <a:rPr lang="en-US" sz="2000" i="1" dirty="0">
                <a:ea typeface="+mn-lt"/>
                <a:cs typeface="+mn-lt"/>
              </a:rPr>
              <a:t>                                     and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b="1" dirty="0">
                <a:ea typeface="+mn-lt"/>
                <a:cs typeface="+mn-lt"/>
              </a:rPr>
              <a:t>categorical variables (genotype -  </a:t>
            </a:r>
            <a:r>
              <a:rPr lang="en-US" sz="2000" dirty="0">
                <a:ea typeface="+mn-lt"/>
                <a:cs typeface="+mn-lt"/>
              </a:rPr>
              <a:t>different types of mouse</a:t>
            </a:r>
            <a:r>
              <a:rPr lang="en-US" sz="2000" b="1" dirty="0">
                <a:ea typeface="+mn-lt"/>
                <a:cs typeface="+mn-lt"/>
              </a:rPr>
              <a:t>).</a:t>
            </a:r>
            <a:endParaRPr lang="en-US" sz="2000" b="1" dirty="0"/>
          </a:p>
          <a:p>
            <a:br>
              <a:rPr lang="en-US" sz="2000" dirty="0"/>
            </a:br>
            <a:r>
              <a:rPr lang="en-US" sz="2000" dirty="0">
                <a:ea typeface="+mn-lt"/>
                <a:cs typeface="+mn-lt"/>
              </a:rPr>
              <a:t>In linear regression, we compared </a:t>
            </a:r>
            <a:r>
              <a:rPr lang="en-US" sz="2000" b="1" dirty="0">
                <a:ea typeface="+mn-lt"/>
                <a:cs typeface="+mn-lt"/>
              </a:rPr>
              <a:t>simple vs complex models</a:t>
            </a:r>
            <a:r>
              <a:rPr lang="en-US" sz="2000" dirty="0">
                <a:ea typeface="+mn-lt"/>
                <a:cs typeface="+mn-lt"/>
              </a:rPr>
              <a:t> using R².</a:t>
            </a:r>
            <a:endParaRPr lang="en-US" sz="2000" dirty="0"/>
          </a:p>
          <a:p>
            <a:pPr marL="285750" indent="-28575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In logistic regression, </a:t>
            </a:r>
            <a:r>
              <a:rPr lang="en-US" sz="2000" b="1" dirty="0">
                <a:ea typeface="+mn-lt"/>
                <a:cs typeface="+mn-lt"/>
              </a:rPr>
              <a:t>R² doesn’t work</a:t>
            </a:r>
            <a:r>
              <a:rPr lang="en-US" sz="2000" dirty="0">
                <a:ea typeface="+mn-lt"/>
                <a:cs typeface="+mn-lt"/>
              </a:rPr>
              <a:t> because we don’t have standard residuals.</a:t>
            </a:r>
            <a:endParaRPr lang="en-US" sz="2000" dirty="0"/>
          </a:p>
          <a:p>
            <a:pPr marL="285750" indent="-28575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Instead, we use </a:t>
            </a:r>
            <a:r>
              <a:rPr lang="en-US" sz="2000" b="1" dirty="0">
                <a:ea typeface="+mn-lt"/>
                <a:cs typeface="+mn-lt"/>
              </a:rPr>
              <a:t>Wald test</a:t>
            </a:r>
            <a:r>
              <a:rPr lang="en-US" sz="2000" dirty="0">
                <a:ea typeface="+mn-lt"/>
                <a:cs typeface="+mn-lt"/>
              </a:rPr>
              <a:t> → checks if a variable actually improves prediction.</a:t>
            </a:r>
            <a:endParaRPr lang="en-US" sz="2000" dirty="0"/>
          </a:p>
          <a:p>
            <a:pPr marL="285750" indent="-28575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Example: </a:t>
            </a:r>
            <a:r>
              <a:rPr lang="en-US" sz="2000" b="1" dirty="0">
                <a:ea typeface="+mn-lt"/>
                <a:cs typeface="+mn-lt"/>
              </a:rPr>
              <a:t>Astrological sign = totes useless (not helping) → drop it to keep the model clean.</a:t>
            </a:r>
            <a:endParaRPr lang="en-US" sz="2000" dirty="0"/>
          </a:p>
          <a:p>
            <a:endParaRPr lang="en-US" dirty="0"/>
          </a:p>
          <a:p>
            <a:pPr algn="l"/>
            <a:endParaRPr lang="en-US" dirty="0"/>
          </a:p>
        </p:txBody>
      </p:sp>
      <p:pic>
        <p:nvPicPr>
          <p:cNvPr id="3" name="Picture 2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D1EE5DE0-C8E9-EEF2-75E7-744B3A0C8A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7469" y="4844980"/>
            <a:ext cx="5469217" cy="592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187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140E591-F50B-C7B3-122E-ED1C0DD0CD3C}"/>
              </a:ext>
            </a:extLst>
          </p:cNvPr>
          <p:cNvSpPr txBox="1"/>
          <p:nvPr/>
        </p:nvSpPr>
        <p:spPr>
          <a:xfrm>
            <a:off x="644748" y="435251"/>
            <a:ext cx="11213517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/>
              <a:t>Fitting the Logistic Model</a:t>
            </a:r>
            <a:endParaRPr lang="en-US" sz="3200" dirty="0"/>
          </a:p>
          <a:p>
            <a:endParaRPr lang="en-US" dirty="0"/>
          </a:p>
        </p:txBody>
      </p:sp>
      <p:pic>
        <p:nvPicPr>
          <p:cNvPr id="5" name="Picture 4" descr="A diagram of a curve&#10;&#10;AI-generated content may be incorrect.">
            <a:extLst>
              <a:ext uri="{FF2B5EF4-FFF2-40B4-BE49-F238E27FC236}">
                <a16:creationId xmlns:a16="http://schemas.microsoft.com/office/drawing/2014/main" id="{B8172C6F-0062-F889-5F36-E3D7C896E8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758" y="1206394"/>
            <a:ext cx="4088947" cy="2040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1B36A23-031B-4D48-146E-422E942C5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921" y="3610819"/>
            <a:ext cx="3938006" cy="24171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D367DDD-B836-A397-A93D-89201410F0AA}"/>
              </a:ext>
            </a:extLst>
          </p:cNvPr>
          <p:cNvSpPr txBox="1"/>
          <p:nvPr/>
        </p:nvSpPr>
        <p:spPr>
          <a:xfrm>
            <a:off x="5139942" y="1304896"/>
            <a:ext cx="6135340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/>
              <a:t>Linear regression uses </a:t>
            </a:r>
            <a:r>
              <a:rPr lang="en-US" sz="2000" b="1" dirty="0"/>
              <a:t>Least Squares</a:t>
            </a:r>
            <a:r>
              <a:rPr lang="en-US" sz="2000" dirty="0"/>
              <a:t> → </a:t>
            </a:r>
            <a:br>
              <a:rPr lang="en-US" sz="2000" dirty="0"/>
            </a:br>
            <a:r>
              <a:rPr lang="en-US" sz="2000" dirty="0"/>
              <a:t>                                  finds line minimizing squared errors.</a:t>
            </a:r>
            <a:endParaRPr lang="en-US"/>
          </a:p>
          <a:p>
            <a:pPr marL="285750" indent="-285750">
              <a:buFont typeface="Arial,Sans-Serif"/>
              <a:buChar char="•"/>
            </a:pPr>
            <a:endParaRPr lang="en-US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998F6B-02F2-756D-3B3A-D32C1BAC58D8}"/>
              </a:ext>
            </a:extLst>
          </p:cNvPr>
          <p:cNvSpPr txBox="1"/>
          <p:nvPr/>
        </p:nvSpPr>
        <p:spPr>
          <a:xfrm>
            <a:off x="5139558" y="2926572"/>
            <a:ext cx="6841863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/>
              <a:t>Logistic regression uses </a:t>
            </a:r>
            <a:r>
              <a:rPr lang="en-US" sz="2000" b="1" i="1" u="sng" dirty="0">
                <a:solidFill>
                  <a:srgbClr val="000000"/>
                </a:solidFill>
              </a:rPr>
              <a:t>Maximum Likelihood</a:t>
            </a:r>
            <a:r>
              <a:rPr lang="en-US" sz="2000" dirty="0"/>
              <a:t>:</a:t>
            </a:r>
            <a:br>
              <a:rPr lang="en-US" sz="2000" dirty="0"/>
            </a:br>
            <a:endParaRPr lang="en-US" sz="2000" dirty="0"/>
          </a:p>
          <a:p>
            <a:pPr marL="742950" lvl="1" indent="-285750">
              <a:buFont typeface="Arial,Sans-Serif"/>
              <a:buChar char="•"/>
            </a:pPr>
            <a:r>
              <a:rPr lang="en-US" sz="2000" dirty="0"/>
              <a:t>For each mouse, based on weight, the model says: </a:t>
            </a:r>
            <a:br>
              <a:rPr lang="en-US" sz="2000" dirty="0"/>
            </a:br>
            <a:r>
              <a:rPr lang="en-US" sz="2000" b="1" dirty="0"/>
              <a:t>What probability would I assign to it being obese?</a:t>
            </a:r>
            <a:br>
              <a:rPr lang="en-US" sz="2000" b="1" dirty="0"/>
            </a:br>
            <a:endParaRPr lang="en-US" sz="2000" dirty="0"/>
          </a:p>
          <a:p>
            <a:pPr marL="742950" lvl="1" indent="-285750">
              <a:buFont typeface="Arial,Sans-Serif"/>
              <a:buChar char="•"/>
            </a:pPr>
            <a:r>
              <a:rPr lang="en-US" sz="2000" dirty="0"/>
              <a:t>Multiply all these probabilities → </a:t>
            </a:r>
            <a:br>
              <a:rPr lang="en-US" sz="2000" dirty="0"/>
            </a:br>
            <a:r>
              <a:rPr lang="en-US" sz="2000" dirty="0"/>
              <a:t>get </a:t>
            </a:r>
            <a:r>
              <a:rPr lang="en-US" sz="2000" b="1" dirty="0"/>
              <a:t>likelihood of observing all the data</a:t>
            </a:r>
            <a:r>
              <a:rPr lang="en-US" sz="2000" dirty="0"/>
              <a:t>.</a:t>
            </a:r>
            <a:br>
              <a:rPr lang="en-US" sz="2000" dirty="0"/>
            </a:br>
            <a:endParaRPr lang="en-US" sz="2000" dirty="0"/>
          </a:p>
          <a:p>
            <a:pPr marL="742950" lvl="1" indent="-285750">
              <a:buFont typeface="Arial,Sans-Serif"/>
              <a:buChar char="•"/>
            </a:pPr>
            <a:r>
              <a:rPr lang="en-US" sz="2000" dirty="0"/>
              <a:t>Shift the curve slightly, recompute → </a:t>
            </a:r>
            <a:br>
              <a:rPr lang="en-US" sz="2000" dirty="0"/>
            </a:br>
            <a:r>
              <a:rPr lang="en-US" sz="2000" dirty="0"/>
              <a:t>find the curve that gives the </a:t>
            </a:r>
            <a:r>
              <a:rPr lang="en-US" sz="2000" b="1" dirty="0"/>
              <a:t>highest likelihood</a:t>
            </a:r>
            <a:r>
              <a:rPr lang="en-US" sz="2000" dirty="0"/>
              <a:t>.</a:t>
            </a:r>
            <a:br>
              <a:rPr lang="en-US" sz="2000" dirty="0"/>
            </a:br>
            <a:endParaRPr lang="en-US" sz="2000" dirty="0"/>
          </a:p>
          <a:p>
            <a:pPr marL="742950" lvl="1" indent="-285750">
              <a:buFont typeface="Arial,Sans-Serif"/>
              <a:buChar char="•"/>
            </a:pPr>
            <a:r>
              <a:rPr lang="en-US" sz="2000" dirty="0"/>
              <a:t>That’s the </a:t>
            </a:r>
            <a:r>
              <a:rPr lang="en-US" sz="2000" b="1" dirty="0"/>
              <a:t>best logistic regression model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78909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2E704EA-A780-8BD2-68BD-42572D7CD9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3905473"/>
              </p:ext>
            </p:extLst>
          </p:nvPr>
        </p:nvGraphicFramePr>
        <p:xfrm>
          <a:off x="840827" y="980867"/>
          <a:ext cx="9745341" cy="2377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48447">
                  <a:extLst>
                    <a:ext uri="{9D8B030D-6E8A-4147-A177-3AD203B41FA5}">
                      <a16:colId xmlns:a16="http://schemas.microsoft.com/office/drawing/2014/main" val="2695587870"/>
                    </a:ext>
                  </a:extLst>
                </a:gridCol>
                <a:gridCol w="3248447">
                  <a:extLst>
                    <a:ext uri="{9D8B030D-6E8A-4147-A177-3AD203B41FA5}">
                      <a16:colId xmlns:a16="http://schemas.microsoft.com/office/drawing/2014/main" val="606306685"/>
                    </a:ext>
                  </a:extLst>
                </a:gridCol>
                <a:gridCol w="3248447">
                  <a:extLst>
                    <a:ext uri="{9D8B030D-6E8A-4147-A177-3AD203B41FA5}">
                      <a16:colId xmlns:a16="http://schemas.microsoft.com/office/drawing/2014/main" val="9725538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highlight>
                            <a:srgbClr val="FFFF00"/>
                          </a:highlight>
                        </a:rPr>
                        <a:t>Concept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highlight>
                            <a:srgbClr val="FFFF00"/>
                          </a:highlight>
                        </a:rPr>
                        <a:t>Linear Regression</a:t>
                      </a:r>
                      <a:r>
                        <a:rPr lang="en-US" sz="2000" dirty="0">
                          <a:highlight>
                            <a:srgbClr val="FFFF00"/>
                          </a:highlight>
                        </a:rPr>
                        <a:t>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highlight>
                            <a:srgbClr val="FFFF00"/>
                          </a:highlight>
                        </a:rPr>
                        <a:t>Logistic Regression</a:t>
                      </a:r>
                      <a:r>
                        <a:rPr lang="en-US" sz="2000" dirty="0">
                          <a:highlight>
                            <a:srgbClr val="FFFF00"/>
                          </a:highlight>
                        </a:rPr>
                        <a:t>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85971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Output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Continuous 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Probability (0 to 1)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07513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Goal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Predict numbers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Classify Yes/No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64623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Model Shape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Straight line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S-curve (Sigmoid)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398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Evaluation Method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R², residuals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Likelihood, Wald Test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66908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Data Types Supported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Continuous only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Continuous + Categorical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831624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050597F-D303-2D8C-0056-708CA3CC9A73}"/>
              </a:ext>
            </a:extLst>
          </p:cNvPr>
          <p:cNvSpPr txBox="1"/>
          <p:nvPr/>
        </p:nvSpPr>
        <p:spPr>
          <a:xfrm>
            <a:off x="841097" y="4126628"/>
            <a:ext cx="10116478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Logistic regression's ability to provide probabilities and classify new samples using continuous and discrete measurements make it a popular machine learning method </a:t>
            </a: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It gives </a:t>
            </a:r>
            <a:r>
              <a:rPr lang="en-US" b="1" dirty="0">
                <a:ea typeface="+mn-lt"/>
                <a:cs typeface="+mn-lt"/>
              </a:rPr>
              <a:t>probabilities</a:t>
            </a:r>
            <a:r>
              <a:rPr lang="en-US" dirty="0">
                <a:ea typeface="+mn-lt"/>
                <a:cs typeface="+mn-lt"/>
              </a:rPr>
              <a:t>, </a:t>
            </a:r>
            <a:r>
              <a:rPr lang="en-US" b="1" dirty="0">
                <a:ea typeface="+mn-lt"/>
                <a:cs typeface="+mn-lt"/>
              </a:rPr>
              <a:t>class labels</a:t>
            </a:r>
            <a:r>
              <a:rPr lang="en-US" dirty="0">
                <a:ea typeface="+mn-lt"/>
                <a:cs typeface="+mn-lt"/>
              </a:rPr>
              <a:t>, and tells us </a:t>
            </a:r>
            <a:r>
              <a:rPr lang="en-US" b="1" dirty="0">
                <a:ea typeface="+mn-lt"/>
                <a:cs typeface="+mn-lt"/>
              </a:rPr>
              <a:t>which variables matter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pPr marL="285750" indent="-285750"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Clean, powerful, and widely used in </a:t>
            </a:r>
            <a:r>
              <a:rPr lang="en-US" b="1" dirty="0">
                <a:ea typeface="+mn-lt"/>
                <a:cs typeface="+mn-lt"/>
              </a:rPr>
              <a:t>medical predictions, spam detection, credit risk, etc.</a:t>
            </a:r>
            <a:endParaRPr lang="en-US" dirty="0">
              <a:ea typeface="+mn-lt"/>
              <a:cs typeface="+mn-lt"/>
            </a:endParaRP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1977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43930-131D-2DA2-E20C-16BA4D5D0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70366-A24A-0062-A6D8-9AC8EC125F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Hierarchical Clustering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2928B2-B09A-5FF1-727D-0D51B14F41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A friendly introduction inspired by </a:t>
            </a:r>
            <a:r>
              <a:rPr lang="en-US" dirty="0" err="1">
                <a:ea typeface="+mn-lt"/>
                <a:cs typeface="+mn-lt"/>
              </a:rPr>
              <a:t>StatQuest</a:t>
            </a:r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2254793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7EC75-8926-CE5B-1233-C2C0EAEF0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ea typeface="+mj-lt"/>
                <a:cs typeface="+mj-lt"/>
              </a:rPr>
              <a:t>What is Hierarchical Clustering?</a:t>
            </a:r>
            <a:endParaRPr lang="en-US" sz="28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A3FBBE-5256-9413-1F08-07A02DC7AB8F}"/>
              </a:ext>
            </a:extLst>
          </p:cNvPr>
          <p:cNvSpPr txBox="1"/>
          <p:nvPr/>
        </p:nvSpPr>
        <p:spPr>
          <a:xfrm>
            <a:off x="835672" y="1365237"/>
            <a:ext cx="9131192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A method that groups similar items together step by step.</a:t>
            </a:r>
            <a:endParaRPr lang="en-US" sz="2000" dirty="0"/>
          </a:p>
          <a:p>
            <a:pPr marL="285750" indent="-28575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Often used with </a:t>
            </a:r>
            <a:r>
              <a:rPr lang="en-US" sz="2000" b="1" dirty="0">
                <a:ea typeface="+mn-lt"/>
                <a:cs typeface="+mn-lt"/>
              </a:rPr>
              <a:t>heat maps</a:t>
            </a:r>
            <a:r>
              <a:rPr lang="en-US" sz="2000" dirty="0">
                <a:ea typeface="+mn-lt"/>
                <a:cs typeface="+mn-lt"/>
              </a:rPr>
              <a:t> to reorder rows/columns based on </a:t>
            </a:r>
            <a:r>
              <a:rPr lang="en-US" sz="2000" b="1" dirty="0">
                <a:ea typeface="+mn-lt"/>
                <a:cs typeface="+mn-lt"/>
              </a:rPr>
              <a:t>similarity</a:t>
            </a:r>
            <a:r>
              <a:rPr lang="en-US" sz="2000" dirty="0">
                <a:ea typeface="+mn-lt"/>
                <a:cs typeface="+mn-lt"/>
              </a:rPr>
              <a:t>.</a:t>
            </a:r>
            <a:endParaRPr lang="en-US" sz="2000" dirty="0"/>
          </a:p>
          <a:p>
            <a:pPr marL="285750" indent="-28575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Helps reveal </a:t>
            </a:r>
            <a:r>
              <a:rPr lang="en-US" sz="2000" b="1" dirty="0">
                <a:ea typeface="+mn-lt"/>
                <a:cs typeface="+mn-lt"/>
              </a:rPr>
              <a:t>patterns and correlations</a:t>
            </a:r>
            <a:r>
              <a:rPr lang="en-US" sz="2000" dirty="0">
                <a:ea typeface="+mn-lt"/>
                <a:cs typeface="+mn-lt"/>
              </a:rPr>
              <a:t> visually.</a:t>
            </a:r>
            <a:endParaRPr lang="en-US" sz="2000"/>
          </a:p>
          <a:p>
            <a:pPr marL="285750" indent="-285750">
              <a:buFont typeface="Arial"/>
              <a:buChar char="•"/>
            </a:pPr>
            <a:endParaRPr lang="en-US" sz="2000" dirty="0">
              <a:ea typeface="+mn-lt"/>
              <a:cs typeface="+mn-lt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2000" b="1" dirty="0">
                <a:ea typeface="+mn-lt"/>
                <a:cs typeface="+mn-lt"/>
              </a:rPr>
              <a:t>Visual patterns + dendrogram height</a:t>
            </a:r>
            <a:r>
              <a:rPr lang="en-US" sz="2000" dirty="0">
                <a:ea typeface="+mn-lt"/>
                <a:cs typeface="+mn-lt"/>
              </a:rPr>
              <a:t> → great for </a:t>
            </a:r>
            <a:r>
              <a:rPr lang="en-US" sz="2000" b="1" dirty="0">
                <a:ea typeface="+mn-lt"/>
                <a:cs typeface="+mn-lt"/>
              </a:rPr>
              <a:t>exploratory data analysis</a:t>
            </a:r>
            <a:endParaRPr lang="en-US" sz="2000" dirty="0">
              <a:ea typeface="+mn-lt"/>
              <a:cs typeface="+mn-lt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2000" dirty="0">
                <a:ea typeface="+mn-lt"/>
                <a:cs typeface="+mn-lt"/>
              </a:rPr>
              <a:t>Defaults in software are usually </a:t>
            </a:r>
            <a:r>
              <a:rPr lang="en-US" sz="2000" b="1" dirty="0">
                <a:ea typeface="+mn-lt"/>
                <a:cs typeface="+mn-lt"/>
              </a:rPr>
              <a:t>reasonable to start with</a:t>
            </a:r>
            <a:endParaRPr lang="en-US"/>
          </a:p>
          <a:p>
            <a:endParaRPr lang="en-US" sz="2000" dirty="0">
              <a:ea typeface="+mn-lt"/>
              <a:cs typeface="+mn-lt"/>
            </a:endParaRPr>
          </a:p>
          <a:p>
            <a:r>
              <a:rPr lang="en-US" sz="2000" dirty="0">
                <a:ea typeface="+mn-lt"/>
                <a:cs typeface="+mn-lt"/>
              </a:rPr>
              <a:t>👉 Common in </a:t>
            </a:r>
            <a:r>
              <a:rPr lang="en-US" sz="2000" b="1" dirty="0">
                <a:ea typeface="+mn-lt"/>
                <a:cs typeface="+mn-lt"/>
              </a:rPr>
              <a:t>gene expression data</a:t>
            </a:r>
            <a:r>
              <a:rPr lang="en-US" sz="2000" dirty="0">
                <a:ea typeface="+mn-lt"/>
                <a:cs typeface="+mn-lt"/>
              </a:rPr>
              <a:t>, but also used in </a:t>
            </a:r>
            <a:r>
              <a:rPr lang="en-US" sz="2000" b="1" dirty="0">
                <a:ea typeface="+mn-lt"/>
                <a:cs typeface="+mn-lt"/>
              </a:rPr>
              <a:t>customer segmentation, document grouping, image analysis</a:t>
            </a:r>
            <a:r>
              <a:rPr lang="en-US" sz="2000" dirty="0">
                <a:ea typeface="+mn-lt"/>
                <a:cs typeface="+mn-lt"/>
              </a:rPr>
              <a:t>, etc.</a:t>
            </a:r>
            <a:endParaRPr lang="en-US" sz="2000" dirty="0"/>
          </a:p>
          <a:p>
            <a:pPr algn="l"/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pic>
        <p:nvPicPr>
          <p:cNvPr id="3" name="Picture 2" descr="A diagram of a diagram&#10;&#10;AI-generated content may be incorrect.">
            <a:extLst>
              <a:ext uri="{FF2B5EF4-FFF2-40B4-BE49-F238E27FC236}">
                <a16:creationId xmlns:a16="http://schemas.microsoft.com/office/drawing/2014/main" id="{5FC4FD5D-3016-561B-3656-25ED6774CE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813" y="4408737"/>
            <a:ext cx="5816518" cy="1825110"/>
          </a:xfrm>
          <a:prstGeom prst="rect">
            <a:avLst/>
          </a:prstGeom>
        </p:spPr>
      </p:pic>
      <p:pic>
        <p:nvPicPr>
          <p:cNvPr id="5" name="Picture 4" descr="A diagram of a graph&#10;&#10;AI-generated content may be incorrect.">
            <a:extLst>
              <a:ext uri="{FF2B5EF4-FFF2-40B4-BE49-F238E27FC236}">
                <a16:creationId xmlns:a16="http://schemas.microsoft.com/office/drawing/2014/main" id="{487FCE7B-6D03-AE89-0F59-5758D699D0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9435" y="4297887"/>
            <a:ext cx="5746376" cy="2027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824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9E123-7DEE-641F-98D4-785D94FA2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31519-BCAF-52D9-8C6A-860D239C2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ea typeface="+mj-lt"/>
                <a:cs typeface="+mj-lt"/>
              </a:rPr>
              <a:t>Example Heat Map Setup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C47BB9-E20C-1E39-F538-14E0714BB4B6}"/>
              </a:ext>
            </a:extLst>
          </p:cNvPr>
          <p:cNvSpPr txBox="1"/>
          <p:nvPr/>
        </p:nvSpPr>
        <p:spPr>
          <a:xfrm>
            <a:off x="3921473" y="2120113"/>
            <a:ext cx="3807135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+mn-lt"/>
                <a:cs typeface="+mn-lt"/>
              </a:rPr>
              <a:t>Columns</a:t>
            </a:r>
            <a:r>
              <a:rPr lang="en-US" dirty="0">
                <a:ea typeface="+mn-lt"/>
                <a:cs typeface="+mn-lt"/>
              </a:rPr>
              <a:t> = samples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Rows</a:t>
            </a:r>
            <a:r>
              <a:rPr lang="en-US" dirty="0">
                <a:ea typeface="+mn-lt"/>
                <a:cs typeface="+mn-lt"/>
              </a:rPr>
              <a:t> = genes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Colors</a:t>
            </a:r>
            <a:r>
              <a:rPr lang="en-US" dirty="0">
                <a:ea typeface="+mn-lt"/>
                <a:cs typeface="+mn-lt"/>
              </a:rPr>
              <a:t> represent expression levels</a:t>
            </a:r>
            <a:endParaRPr lang="en-US" dirty="0"/>
          </a:p>
          <a:p>
            <a:pPr lvl="1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Red</a:t>
            </a:r>
            <a:r>
              <a:rPr lang="en-US" dirty="0">
                <a:ea typeface="+mn-lt"/>
                <a:cs typeface="+mn-lt"/>
              </a:rPr>
              <a:t> → high expression</a:t>
            </a:r>
            <a:endParaRPr lang="en-US" dirty="0"/>
          </a:p>
          <a:p>
            <a:pPr lvl="1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Blue/Purple</a:t>
            </a:r>
            <a:r>
              <a:rPr lang="en-US" dirty="0">
                <a:ea typeface="+mn-lt"/>
                <a:cs typeface="+mn-lt"/>
              </a:rPr>
              <a:t> → low expression</a:t>
            </a:r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 algn="l">
              <a:buFont typeface="Arial"/>
              <a:buChar char="•"/>
            </a:pPr>
            <a:endParaRPr lang="en-US" dirty="0"/>
          </a:p>
          <a:p>
            <a:r>
              <a:rPr lang="en-US" dirty="0">
                <a:ea typeface="+mn-lt"/>
                <a:cs typeface="+mn-lt"/>
              </a:rPr>
              <a:t>Hierarchical clustering orders the rows and/or the columns based on </a:t>
            </a:r>
            <a:r>
              <a:rPr lang="en-US" dirty="0">
                <a:highlight>
                  <a:srgbClr val="FFFF00"/>
                </a:highlight>
                <a:ea typeface="+mn-lt"/>
                <a:cs typeface="+mn-lt"/>
              </a:rPr>
              <a:t>similarity </a:t>
            </a:r>
            <a:endParaRPr lang="en-US" dirty="0">
              <a:highlight>
                <a:srgbClr val="FFFF00"/>
              </a:highlight>
            </a:endParaRPr>
          </a:p>
          <a:p>
            <a:endParaRPr lang="en-US" dirty="0"/>
          </a:p>
          <a:p>
            <a:r>
              <a:rPr lang="en-US" dirty="0">
                <a:ea typeface="+mn-lt"/>
                <a:cs typeface="+mn-lt"/>
              </a:rPr>
              <a:t>This makes it easy to see correlations in the data </a:t>
            </a:r>
            <a:endParaRPr lang="en-US" dirty="0"/>
          </a:p>
          <a:p>
            <a:endParaRPr lang="en-US" dirty="0"/>
          </a:p>
        </p:txBody>
      </p:sp>
      <p:pic>
        <p:nvPicPr>
          <p:cNvPr id="3" name="Picture 2" descr="A close-up of a graph&#10;&#10;AI-generated content may be incorrect.">
            <a:extLst>
              <a:ext uri="{FF2B5EF4-FFF2-40B4-BE49-F238E27FC236}">
                <a16:creationId xmlns:a16="http://schemas.microsoft.com/office/drawing/2014/main" id="{758227F5-5E3E-0F2C-949C-986D123E99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5" y="2117501"/>
            <a:ext cx="3484258" cy="3266781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49399B5D-6ED7-AF09-004B-416F496266E7}"/>
              </a:ext>
            </a:extLst>
          </p:cNvPr>
          <p:cNvGrpSpPr/>
          <p:nvPr/>
        </p:nvGrpSpPr>
        <p:grpSpPr>
          <a:xfrm>
            <a:off x="7870986" y="2148566"/>
            <a:ext cx="4161076" cy="3287013"/>
            <a:chOff x="7857733" y="2075680"/>
            <a:chExt cx="4161076" cy="3287013"/>
          </a:xfrm>
        </p:grpSpPr>
        <p:pic>
          <p:nvPicPr>
            <p:cNvPr id="5" name="Picture 4" descr="A close-up of a test&#10;&#10;AI-generated content may be incorrect.">
              <a:extLst>
                <a:ext uri="{FF2B5EF4-FFF2-40B4-BE49-F238E27FC236}">
                  <a16:creationId xmlns:a16="http://schemas.microsoft.com/office/drawing/2014/main" id="{2E4A1709-DEE0-89C6-228B-5FA69A7EF5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57733" y="2075680"/>
              <a:ext cx="3501296" cy="3287013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B72AA6E-C5FB-E998-A465-2271CDBBD553}"/>
                </a:ext>
              </a:extLst>
            </p:cNvPr>
            <p:cNvSpPr/>
            <p:nvPr/>
          </p:nvSpPr>
          <p:spPr>
            <a:xfrm>
              <a:off x="11031059" y="3096735"/>
              <a:ext cx="987750" cy="12385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124980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42946-1C06-8AE7-C5E3-BC75F0A41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8F1FF-007D-46E6-AC0E-12B396153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ea typeface="+mj-lt"/>
                <a:cs typeface="+mj-lt"/>
              </a:rPr>
              <a:t>Why Clustering Matters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6FF962-EA0A-9969-7DF8-D7D175F6AD11}"/>
              </a:ext>
            </a:extLst>
          </p:cNvPr>
          <p:cNvSpPr txBox="1"/>
          <p:nvPr/>
        </p:nvSpPr>
        <p:spPr>
          <a:xfrm>
            <a:off x="6244671" y="2813973"/>
            <a:ext cx="5945645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Without clustering → rows/columns appear random.</a:t>
            </a:r>
            <a:endParaRPr lang="en-US" dirty="0"/>
          </a:p>
          <a:p>
            <a:pPr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With clustering → </a:t>
            </a:r>
            <a:r>
              <a:rPr lang="en-US" b="1" dirty="0">
                <a:ea typeface="+mn-lt"/>
                <a:cs typeface="+mn-lt"/>
              </a:rPr>
              <a:t>similar genes/samples are grouped together</a:t>
            </a:r>
            <a:r>
              <a:rPr lang="en-US" dirty="0">
                <a:ea typeface="+mn-lt"/>
                <a:cs typeface="+mn-lt"/>
              </a:rPr>
              <a:t>, making </a:t>
            </a:r>
            <a:r>
              <a:rPr lang="en-US" b="1" dirty="0">
                <a:ea typeface="+mn-lt"/>
                <a:cs typeface="+mn-lt"/>
              </a:rPr>
              <a:t>patterns clear</a:t>
            </a:r>
            <a:r>
              <a:rPr lang="en-US" dirty="0">
                <a:ea typeface="+mn-lt"/>
                <a:cs typeface="+mn-lt"/>
              </a:rPr>
              <a:t>.</a:t>
            </a:r>
            <a:br>
              <a:rPr lang="en-US" dirty="0">
                <a:ea typeface="+mn-lt"/>
                <a:cs typeface="+mn-lt"/>
              </a:rPr>
            </a:b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Visual improvement = </a:t>
            </a:r>
            <a:r>
              <a:rPr lang="en-US" b="1" dirty="0">
                <a:ea typeface="+mn-lt"/>
                <a:cs typeface="+mn-lt"/>
              </a:rPr>
              <a:t>easier interpretation 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                                                  + insight discovery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/>
          </a:p>
          <a:p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/>
          </a:p>
        </p:txBody>
      </p:sp>
      <p:pic>
        <p:nvPicPr>
          <p:cNvPr id="3" name="Picture 2" descr="A screenshot of a computer generated image&#10;&#10;AI-generated content may be incorrect.">
            <a:extLst>
              <a:ext uri="{FF2B5EF4-FFF2-40B4-BE49-F238E27FC236}">
                <a16:creationId xmlns:a16="http://schemas.microsoft.com/office/drawing/2014/main" id="{72DD5CA0-DB04-2BEA-B3BB-2AFAD2B882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97" r="30600"/>
          <a:stretch>
            <a:fillRect/>
          </a:stretch>
        </p:blipFill>
        <p:spPr>
          <a:xfrm>
            <a:off x="337102" y="1635231"/>
            <a:ext cx="4751628" cy="3978135"/>
          </a:xfrm>
          <a:prstGeom prst="rect">
            <a:avLst/>
          </a:prstGeom>
        </p:spPr>
      </p:pic>
      <p:pic>
        <p:nvPicPr>
          <p:cNvPr id="5" name="Picture 4" descr="A screenshot of a computer generated image&#10;&#10;AI-generated content may be incorrect.">
            <a:extLst>
              <a:ext uri="{FF2B5EF4-FFF2-40B4-BE49-F238E27FC236}">
                <a16:creationId xmlns:a16="http://schemas.microsoft.com/office/drawing/2014/main" id="{33D3B6B7-3A47-869F-ADCC-3C1D6BFDA0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2958" t="17917" r="122" b="-208"/>
          <a:stretch>
            <a:fillRect/>
          </a:stretch>
        </p:blipFill>
        <p:spPr>
          <a:xfrm>
            <a:off x="3380150" y="2297931"/>
            <a:ext cx="2527760" cy="330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6334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5C1AE-532B-5715-504A-60807F1B9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62064-6734-D5D4-330D-A4D18ABFB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ea typeface="+mj-lt"/>
                <a:cs typeface="+mj-lt"/>
              </a:rPr>
              <a:t>Step-by-Step Example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696EE2-AD83-3CC1-9DFB-009176C789EB}"/>
              </a:ext>
            </a:extLst>
          </p:cNvPr>
          <p:cNvSpPr txBox="1"/>
          <p:nvPr/>
        </p:nvSpPr>
        <p:spPr>
          <a:xfrm>
            <a:off x="6065446" y="2978983"/>
            <a:ext cx="5464781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We have:</a:t>
            </a:r>
          </a:p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3 samples</a:t>
            </a: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4 genes</a:t>
            </a: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We want to </a:t>
            </a:r>
            <a:r>
              <a:rPr lang="en-US" b="1" dirty="0">
                <a:ea typeface="+mn-lt"/>
                <a:cs typeface="+mn-lt"/>
              </a:rPr>
              <a:t>cluster </a:t>
            </a:r>
            <a:r>
              <a:rPr lang="en-US" dirty="0">
                <a:ea typeface="+mn-lt"/>
                <a:cs typeface="+mn-lt"/>
              </a:rPr>
              <a:t>(reorder)</a:t>
            </a:r>
            <a:r>
              <a:rPr lang="en-US" b="1" dirty="0">
                <a:ea typeface="+mn-lt"/>
                <a:cs typeface="+mn-lt"/>
              </a:rPr>
              <a:t> genes only</a:t>
            </a:r>
            <a:r>
              <a:rPr lang="en-US" dirty="0">
                <a:ea typeface="+mn-lt"/>
                <a:cs typeface="+mn-lt"/>
              </a:rPr>
              <a:t> (rows).</a:t>
            </a:r>
          </a:p>
          <a:p>
            <a:br>
              <a:rPr lang="en-US" dirty="0"/>
            </a:br>
            <a:endParaRPr lang="en-US" dirty="0"/>
          </a:p>
          <a:p>
            <a:pPr algn="l"/>
            <a:endParaRPr lang="en-US" dirty="0"/>
          </a:p>
        </p:txBody>
      </p:sp>
      <p:pic>
        <p:nvPicPr>
          <p:cNvPr id="3" name="Picture 2" descr="A diagram of a row of rows&#10;&#10;AI-generated content may be incorrect.">
            <a:extLst>
              <a:ext uri="{FF2B5EF4-FFF2-40B4-BE49-F238E27FC236}">
                <a16:creationId xmlns:a16="http://schemas.microsoft.com/office/drawing/2014/main" id="{2F1CA4B6-201C-F81F-1A91-D2E5A3A198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231" b="224"/>
          <a:stretch>
            <a:fillRect/>
          </a:stretch>
        </p:blipFill>
        <p:spPr>
          <a:xfrm>
            <a:off x="554047" y="1799541"/>
            <a:ext cx="5073338" cy="3724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0167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84A2F-E9F6-C8B9-15B2-2FB6FF7FD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4CF7461-31EC-3926-940F-CC17D9CAEC34}"/>
              </a:ext>
            </a:extLst>
          </p:cNvPr>
          <p:cNvSpPr txBox="1"/>
          <p:nvPr/>
        </p:nvSpPr>
        <p:spPr>
          <a:xfrm>
            <a:off x="5419671" y="491647"/>
            <a:ext cx="5974933" cy="61863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Step 1:  </a:t>
            </a:r>
            <a:r>
              <a:rPr lang="en-US" dirty="0">
                <a:ea typeface="+mn-lt"/>
                <a:cs typeface="+mn-lt"/>
              </a:rPr>
              <a:t>We have four different genes, so in total, we have </a:t>
            </a:r>
            <a:r>
              <a:rPr lang="en-US" dirty="0">
                <a:highlight>
                  <a:srgbClr val="C0C0C0"/>
                </a:highlight>
                <a:ea typeface="+mn-lt"/>
                <a:cs typeface="+mn-lt"/>
              </a:rPr>
              <a:t>four choose two </a:t>
            </a:r>
            <a:r>
              <a:rPr lang="en-US" dirty="0">
                <a:ea typeface="+mn-lt"/>
                <a:cs typeface="+mn-lt"/>
              </a:rPr>
              <a:t>ways to pair two genes together </a:t>
            </a:r>
            <a:endParaRPr lang="en-US" dirty="0"/>
          </a:p>
          <a:p>
            <a:endParaRPr lang="en-US" dirty="0"/>
          </a:p>
          <a:p>
            <a:r>
              <a:rPr lang="en-US" dirty="0">
                <a:ea typeface="+mn-lt"/>
                <a:cs typeface="+mn-lt"/>
              </a:rPr>
              <a:t>Among all those combinations, we want to choose the most similar pair of genes and cluster them together </a:t>
            </a:r>
            <a:endParaRPr lang="en-US"/>
          </a:p>
          <a:p>
            <a:endParaRPr lang="en-US" dirty="0"/>
          </a:p>
          <a:p>
            <a:endParaRPr lang="en-US" b="1" dirty="0"/>
          </a:p>
          <a:p>
            <a:r>
              <a:rPr lang="en-US" b="1" dirty="0"/>
              <a:t>Step 2: Form First Cluster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Merge the most similar pair first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→ </a:t>
            </a:r>
            <a:r>
              <a:rPr lang="en-US" b="1" dirty="0">
                <a:ea typeface="+mn-lt"/>
                <a:cs typeface="+mn-lt"/>
              </a:rPr>
              <a:t>Cluster 1 = {Gene 1, Gene 3}</a:t>
            </a:r>
            <a:endParaRPr lang="en-US" dirty="0"/>
          </a:p>
          <a:p>
            <a:pPr marL="285750" indent="-285750">
              <a:buFont typeface="Arial"/>
              <a:buChar char="•"/>
            </a:pPr>
            <a:endParaRPr lang="en-US" b="1" dirty="0"/>
          </a:p>
          <a:p>
            <a:pPr marL="285750" indent="-285750">
              <a:buFont typeface="Arial"/>
              <a:buChar char="•"/>
            </a:pPr>
            <a:endParaRPr lang="en-US" b="1" dirty="0"/>
          </a:p>
          <a:p>
            <a:r>
              <a:rPr lang="en-US" b="1" dirty="0"/>
              <a:t>Step 3: Repeat the Process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Treat each </a:t>
            </a:r>
            <a:r>
              <a:rPr lang="en-US" b="1" dirty="0">
                <a:ea typeface="+mn-lt"/>
                <a:cs typeface="+mn-lt"/>
              </a:rPr>
              <a:t>cluster as a new “meta-item”</a:t>
            </a: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Now we have </a:t>
            </a:r>
            <a:r>
              <a:rPr lang="en-US" dirty="0">
                <a:highlight>
                  <a:srgbClr val="C0C0C0"/>
                </a:highlight>
                <a:ea typeface="+mn-lt"/>
                <a:cs typeface="+mn-lt"/>
              </a:rPr>
              <a:t>three choose two</a:t>
            </a:r>
            <a:r>
              <a:rPr lang="en-US" dirty="0">
                <a:ea typeface="+mn-lt"/>
                <a:cs typeface="+mn-lt"/>
              </a:rPr>
              <a:t> ways to pair two genes together: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Cluster {1,3} vs Gene 2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Cluster {1,3} vs Gene 4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Gene 2 vs Gene 4 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Among these three ways to pair two genes, we find that Gene #2 and #4 is closest → merge into a new cluster </a:t>
            </a:r>
            <a:endParaRPr lang="en-US" dirty="0"/>
          </a:p>
          <a:p>
            <a:pPr>
              <a:buFont typeface=""/>
            </a:pPr>
            <a:endParaRPr lang="en-US" b="1" dirty="0"/>
          </a:p>
        </p:txBody>
      </p:sp>
      <p:pic>
        <p:nvPicPr>
          <p:cNvPr id="3" name="Picture 2" descr="A diagram of a row of rows&#10;&#10;AI-generated content may be incorrect.">
            <a:extLst>
              <a:ext uri="{FF2B5EF4-FFF2-40B4-BE49-F238E27FC236}">
                <a16:creationId xmlns:a16="http://schemas.microsoft.com/office/drawing/2014/main" id="{2A4FD84F-7638-11BB-2707-39577026EF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7210" b="178"/>
          <a:stretch>
            <a:fillRect/>
          </a:stretch>
        </p:blipFill>
        <p:spPr>
          <a:xfrm>
            <a:off x="383327" y="246324"/>
            <a:ext cx="2873572" cy="23149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301EDD-C6FA-078E-C63F-6A7F56D828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7" r="-220" b="24954"/>
          <a:stretch>
            <a:fillRect/>
          </a:stretch>
        </p:blipFill>
        <p:spPr>
          <a:xfrm>
            <a:off x="400802" y="2359749"/>
            <a:ext cx="3801082" cy="2198000"/>
          </a:xfrm>
          <a:prstGeom prst="rect">
            <a:avLst/>
          </a:prstGeom>
        </p:spPr>
      </p:pic>
      <p:pic>
        <p:nvPicPr>
          <p:cNvPr id="10" name="Picture 9" descr="A close-up of a color chart&#10;&#10;AI-generated content may be incorrect.">
            <a:extLst>
              <a:ext uri="{FF2B5EF4-FFF2-40B4-BE49-F238E27FC236}">
                <a16:creationId xmlns:a16="http://schemas.microsoft.com/office/drawing/2014/main" id="{F4A2078F-CCB5-4A83-8F2A-A93C77E0F17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824" r="283" b="289"/>
          <a:stretch>
            <a:fillRect/>
          </a:stretch>
        </p:blipFill>
        <p:spPr>
          <a:xfrm>
            <a:off x="417530" y="4460169"/>
            <a:ext cx="3075445" cy="220556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C4CD8F0-2F70-26AF-6903-ECCCA90F806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4576" t="73128" r="-339" b="-356"/>
          <a:stretch>
            <a:fillRect/>
          </a:stretch>
        </p:blipFill>
        <p:spPr>
          <a:xfrm>
            <a:off x="3837789" y="3863381"/>
            <a:ext cx="980702" cy="797473"/>
          </a:xfrm>
          <a:prstGeom prst="rect">
            <a:avLst/>
          </a:prstGeom>
        </p:spPr>
      </p:pic>
      <p:pic>
        <p:nvPicPr>
          <p:cNvPr id="14" name="Picture 13" descr="A black arrow pointing to a black arrow&#10;&#10;AI-generated content may be incorrect.">
            <a:extLst>
              <a:ext uri="{FF2B5EF4-FFF2-40B4-BE49-F238E27FC236}">
                <a16:creationId xmlns:a16="http://schemas.microsoft.com/office/drawing/2014/main" id="{AEAF4D6F-C0B4-8297-0DE1-98528C6942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2822" y="337088"/>
            <a:ext cx="949595" cy="1566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0990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F10A7-A42E-02F1-A9B2-935765848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C234576-E91B-B93A-FE0D-3915D0E8FB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" t="-2823" r="6740" b="3841"/>
          <a:stretch>
            <a:fillRect/>
          </a:stretch>
        </p:blipFill>
        <p:spPr>
          <a:xfrm>
            <a:off x="3620073" y="55165"/>
            <a:ext cx="8135300" cy="3393701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7A47E051-3722-594B-2070-9366A24090EF}"/>
              </a:ext>
            </a:extLst>
          </p:cNvPr>
          <p:cNvGrpSpPr/>
          <p:nvPr/>
        </p:nvGrpSpPr>
        <p:grpSpPr>
          <a:xfrm>
            <a:off x="-43367" y="3621288"/>
            <a:ext cx="7417715" cy="2838816"/>
            <a:chOff x="-638" y="3431438"/>
            <a:chExt cx="7901976" cy="2867301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2776B9E-2667-C6B2-E6A9-C42E3523679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21774" b="31987"/>
            <a:stretch>
              <a:fillRect/>
            </a:stretch>
          </p:blipFill>
          <p:spPr>
            <a:xfrm>
              <a:off x="-638" y="3431438"/>
              <a:ext cx="5926221" cy="2867301"/>
            </a:xfrm>
            <a:prstGeom prst="rect">
              <a:avLst/>
            </a:prstGeom>
          </p:spPr>
        </p:pic>
        <p:pic>
          <p:nvPicPr>
            <p:cNvPr id="11" name="Picture 10" descr="A white background with black text&#10;&#10;AI-generated content may be incorrect.">
              <a:extLst>
                <a:ext uri="{FF2B5EF4-FFF2-40B4-BE49-F238E27FC236}">
                  <a16:creationId xmlns:a16="http://schemas.microsoft.com/office/drawing/2014/main" id="{08E74D02-C1D3-E98D-CB5E-2BE711F3D4B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572274" y="3724367"/>
              <a:ext cx="4329064" cy="1454675"/>
            </a:xfrm>
            <a:prstGeom prst="rect">
              <a:avLst/>
            </a:prstGeom>
          </p:spPr>
        </p:pic>
        <p:pic>
          <p:nvPicPr>
            <p:cNvPr id="13" name="Picture 12" descr="A close up of black text&#10;&#10;AI-generated content may be incorrect.">
              <a:extLst>
                <a:ext uri="{FF2B5EF4-FFF2-40B4-BE49-F238E27FC236}">
                  <a16:creationId xmlns:a16="http://schemas.microsoft.com/office/drawing/2014/main" id="{5D3723F7-458C-5041-ED2F-1F79813AFC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519471" y="4892997"/>
              <a:ext cx="3157391" cy="1277725"/>
            </a:xfrm>
            <a:prstGeom prst="rect">
              <a:avLst/>
            </a:prstGeom>
          </p:spPr>
        </p:pic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3C6AEBAB-D115-5E15-CB34-670FF48636DD}"/>
              </a:ext>
            </a:extLst>
          </p:cNvPr>
          <p:cNvSpPr txBox="1"/>
          <p:nvPr/>
        </p:nvSpPr>
        <p:spPr>
          <a:xfrm>
            <a:off x="7533803" y="4024799"/>
            <a:ext cx="4696705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Dendrogram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A </a:t>
            </a:r>
            <a:r>
              <a:rPr lang="en-US" b="1" dirty="0">
                <a:ea typeface="+mn-lt"/>
                <a:cs typeface="+mn-lt"/>
              </a:rPr>
              <a:t>tree diagram</a:t>
            </a:r>
            <a:r>
              <a:rPr lang="en-US" dirty="0">
                <a:ea typeface="+mn-lt"/>
                <a:cs typeface="+mn-lt"/>
              </a:rPr>
              <a:t> that shows:</a:t>
            </a:r>
            <a:endParaRPr lang="en-US" dirty="0"/>
          </a:p>
          <a:p>
            <a:pPr marL="742950" lvl="1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Order</a:t>
            </a:r>
            <a:r>
              <a:rPr lang="en-US" dirty="0">
                <a:ea typeface="+mn-lt"/>
                <a:cs typeface="+mn-lt"/>
              </a:rPr>
              <a:t> in which clusters were merged</a:t>
            </a:r>
            <a:endParaRPr lang="en-US" dirty="0"/>
          </a:p>
          <a:p>
            <a:pPr marL="742950" lvl="1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Height of branches</a:t>
            </a:r>
            <a:r>
              <a:rPr lang="en-US" dirty="0">
                <a:ea typeface="+mn-lt"/>
                <a:cs typeface="+mn-lt"/>
              </a:rPr>
              <a:t> = how similar they are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Short branch</a:t>
            </a:r>
            <a:r>
              <a:rPr lang="en-US" dirty="0">
                <a:ea typeface="+mn-lt"/>
                <a:cs typeface="+mn-lt"/>
              </a:rPr>
              <a:t> = very similar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Tall branch</a:t>
            </a:r>
            <a:r>
              <a:rPr lang="en-US" dirty="0">
                <a:ea typeface="+mn-lt"/>
                <a:cs typeface="+mn-lt"/>
              </a:rPr>
              <a:t> = merged later = less similar</a:t>
            </a:r>
            <a:endParaRPr lang="en-US" dirty="0"/>
          </a:p>
          <a:p>
            <a:pPr algn="l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30E182-AD25-3EE9-47F9-95AEF3B6925C}"/>
              </a:ext>
            </a:extLst>
          </p:cNvPr>
          <p:cNvSpPr txBox="1"/>
          <p:nvPr/>
        </p:nvSpPr>
        <p:spPr>
          <a:xfrm>
            <a:off x="172190" y="860454"/>
            <a:ext cx="3445998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The final merge happens when there are only </a:t>
            </a:r>
            <a:r>
              <a:rPr lang="en-US" b="1" dirty="0">
                <a:ea typeface="+mn-lt"/>
                <a:cs typeface="+mn-lt"/>
              </a:rPr>
              <a:t>two groups left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{Gene 1, Gene 3}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{Gene 2, Gene 4}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Merge them into </a:t>
            </a:r>
            <a:r>
              <a:rPr lang="en-US" b="1" dirty="0">
                <a:ea typeface="+mn-lt"/>
                <a:cs typeface="+mn-lt"/>
              </a:rPr>
              <a:t>final cluster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✅ Clustering complete</a:t>
            </a:r>
            <a:endParaRPr lang="en-US" dirty="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80010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1D104-3385-3CB3-4A50-EBB179F31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1C6696-16EE-38F4-89E5-9A74593D93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89" y="2679246"/>
            <a:ext cx="4748893" cy="288743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65A94FB-F4F1-7308-98F2-BDB9BD269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503" y="99786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Aptos Display"/>
                <a:ea typeface="+mj-lt"/>
                <a:cs typeface="+mj-lt"/>
              </a:rPr>
              <a:t>How Do We Measure Similarity?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6EA369-4F6E-D495-2BCA-7E5D3930A94C}"/>
              </a:ext>
            </a:extLst>
          </p:cNvPr>
          <p:cNvSpPr txBox="1"/>
          <p:nvPr/>
        </p:nvSpPr>
        <p:spPr>
          <a:xfrm>
            <a:off x="274640" y="1149925"/>
            <a:ext cx="8168224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b="1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We need a </a:t>
            </a:r>
            <a:r>
              <a:rPr lang="en-US" b="1" dirty="0">
                <a:ea typeface="+mn-lt"/>
                <a:cs typeface="+mn-lt"/>
              </a:rPr>
              <a:t>distance metric</a:t>
            </a:r>
            <a:r>
              <a:rPr lang="en-US" dirty="0">
                <a:ea typeface="+mn-lt"/>
                <a:cs typeface="+mn-lt"/>
              </a:rPr>
              <a:t> to compare genes.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Common default: </a:t>
            </a:r>
            <a:r>
              <a:rPr lang="en-US" b="1" dirty="0">
                <a:ea typeface="+mn-lt"/>
                <a:cs typeface="+mn-lt"/>
              </a:rPr>
              <a:t>Euclidean Distance</a:t>
            </a:r>
            <a:endParaRPr lang="en-US" dirty="0"/>
          </a:p>
          <a:p>
            <a:pPr>
              <a:buFont typeface="Arial"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18D372-0700-D377-76D4-C92D4715B8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7121" y="2664278"/>
            <a:ext cx="3111953" cy="2971800"/>
          </a:xfrm>
          <a:prstGeom prst="rect">
            <a:avLst/>
          </a:prstGeom>
        </p:spPr>
      </p:pic>
      <p:pic>
        <p:nvPicPr>
          <p:cNvPr id="6" name="Picture 5" descr="A diagram of a triangle with a blue line and black text&#10;&#10;AI-generated content may be incorrect.">
            <a:extLst>
              <a:ext uri="{FF2B5EF4-FFF2-40B4-BE49-F238E27FC236}">
                <a16:creationId xmlns:a16="http://schemas.microsoft.com/office/drawing/2014/main" id="{4A7350CE-ECE0-6FCD-1930-3C51784A72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2284" y="2349954"/>
            <a:ext cx="4633231" cy="24710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1E03C3C-CF6A-1D2A-6985-7F0F59083F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6825" y="5324474"/>
            <a:ext cx="1602921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3392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67AD97B-E269-7908-1C10-B6460BC2BA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5817" y="1131661"/>
            <a:ext cx="10655849" cy="495685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8AEF9D0-953D-895C-4126-1DCE9A2AF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503" y="99786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Aptos"/>
              </a:rPr>
              <a:t>Euclidean Distance with more samples</a:t>
            </a:r>
          </a:p>
        </p:txBody>
      </p:sp>
    </p:spTree>
    <p:extLst>
      <p:ext uri="{BB962C8B-B14F-4D97-AF65-F5344CB8AC3E}">
        <p14:creationId xmlns:p14="http://schemas.microsoft.com/office/powerpoint/2010/main" val="24762028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4950D01-6A53-BCF0-AAB0-0806B03FC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503" y="99786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Aptos Display"/>
                <a:ea typeface="+mj-lt"/>
                <a:cs typeface="+mj-lt"/>
              </a:rPr>
              <a:t>How Do We Measure Similarity?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DBFDE8-B46C-24AF-6B14-ACBAA2778E96}"/>
              </a:ext>
            </a:extLst>
          </p:cNvPr>
          <p:cNvSpPr txBox="1"/>
          <p:nvPr/>
        </p:nvSpPr>
        <p:spPr>
          <a:xfrm>
            <a:off x="274640" y="1088692"/>
            <a:ext cx="8168224" cy="56323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b="1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We need a </a:t>
            </a:r>
            <a:r>
              <a:rPr lang="en-US" b="1" dirty="0">
                <a:ea typeface="+mn-lt"/>
                <a:cs typeface="+mn-lt"/>
              </a:rPr>
              <a:t>distance metric</a:t>
            </a:r>
            <a:r>
              <a:rPr lang="en-US" dirty="0">
                <a:ea typeface="+mn-lt"/>
                <a:cs typeface="+mn-lt"/>
              </a:rPr>
              <a:t> to compare genes.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Common default: Euclidean Distance</a:t>
            </a:r>
            <a:br>
              <a:rPr lang="en-US" dirty="0"/>
            </a:br>
            <a:r>
              <a:rPr lang="en-US" b="1" dirty="0">
                <a:highlight>
                  <a:srgbClr val="FFFF00"/>
                </a:highlight>
              </a:rPr>
              <a:t>Other methods: Manhattan Distance (Alternative)</a:t>
            </a:r>
            <a:endParaRPr lang="en-US" dirty="0">
              <a:highlight>
                <a:srgbClr val="FFFF00"/>
              </a:highlight>
            </a:endParaRPr>
          </a:p>
          <a:p>
            <a:pPr marL="1200150" lvl="2" indent="-285750">
              <a:buFont typeface="Courier New"/>
              <a:buChar char="o"/>
            </a:pPr>
            <a:r>
              <a:rPr lang="en-US" dirty="0">
                <a:ea typeface="+mn-lt"/>
                <a:cs typeface="+mn-lt"/>
              </a:rPr>
              <a:t>Instead of squares → use </a:t>
            </a:r>
            <a:r>
              <a:rPr lang="en-US" b="1" dirty="0">
                <a:ea typeface="+mn-lt"/>
                <a:cs typeface="+mn-lt"/>
              </a:rPr>
              <a:t>absolute values</a:t>
            </a:r>
            <a:endParaRPr lang="en-US"/>
          </a:p>
          <a:p>
            <a:pPr marL="1200150" lvl="2" indent="-285750">
              <a:buFont typeface="Courier New"/>
              <a:buChar char="o"/>
            </a:pPr>
            <a:r>
              <a:rPr lang="en-US" dirty="0">
                <a:ea typeface="+mn-lt"/>
                <a:cs typeface="+mn-lt"/>
              </a:rPr>
              <a:t>Like moving </a:t>
            </a:r>
            <a:r>
              <a:rPr lang="en-US" b="1" dirty="0">
                <a:ea typeface="+mn-lt"/>
                <a:cs typeface="+mn-lt"/>
              </a:rPr>
              <a:t>block by block in a city grid</a:t>
            </a:r>
            <a:endParaRPr lang="en-US"/>
          </a:p>
          <a:p>
            <a:pPr marL="1200150" lvl="2" indent="-285750">
              <a:buFont typeface="Courier New"/>
              <a:buChar char="o"/>
            </a:pPr>
            <a:r>
              <a:rPr lang="en-US" dirty="0">
                <a:ea typeface="+mn-lt"/>
                <a:cs typeface="+mn-lt"/>
              </a:rPr>
              <a:t>Gives </a:t>
            </a:r>
            <a:r>
              <a:rPr lang="en-US" b="1" dirty="0">
                <a:ea typeface="+mn-lt"/>
                <a:cs typeface="+mn-lt"/>
              </a:rPr>
              <a:t>slightly different clustering results</a:t>
            </a:r>
            <a:endParaRPr lang="en-US" dirty="0"/>
          </a:p>
          <a:p>
            <a:pPr marL="1200150" lvl="2" indent="-285750">
              <a:buFont typeface="Courier New"/>
              <a:buChar char="o"/>
            </a:pPr>
            <a:endParaRPr lang="en-US" b="1" dirty="0"/>
          </a:p>
          <a:p>
            <a:pPr marL="1200150" lvl="2" indent="-285750">
              <a:buFont typeface="Courier New"/>
              <a:buChar char="o"/>
            </a:pPr>
            <a:endParaRPr lang="en-US" b="1" dirty="0"/>
          </a:p>
          <a:p>
            <a:pPr marL="1200150" lvl="2" indent="-285750">
              <a:buFont typeface="Courier New"/>
              <a:buChar char="o"/>
            </a:pPr>
            <a:endParaRPr lang="en-US" b="1" dirty="0"/>
          </a:p>
          <a:p>
            <a:pPr marL="1200150" lvl="2" indent="-285750">
              <a:buFont typeface="Courier New"/>
              <a:buChar char="o"/>
            </a:pPr>
            <a:endParaRPr lang="en-US" b="1" dirty="0"/>
          </a:p>
          <a:p>
            <a:pPr marL="1200150" lvl="2" indent="-285750">
              <a:buFont typeface="Courier New"/>
              <a:buChar char="o"/>
            </a:pPr>
            <a:endParaRPr lang="en-US" b="1" dirty="0"/>
          </a:p>
          <a:p>
            <a:pPr marL="1200150" lvl="2" indent="-285750">
              <a:buFont typeface="Courier New"/>
              <a:buChar char="o"/>
            </a:pPr>
            <a:endParaRPr lang="en-US" b="1" dirty="0"/>
          </a:p>
          <a:p>
            <a:pPr marL="1200150" lvl="2" indent="-285750">
              <a:buFont typeface="Courier New"/>
              <a:buChar char="o"/>
            </a:pPr>
            <a:endParaRPr lang="en-US" b="1" dirty="0"/>
          </a:p>
          <a:p>
            <a:pPr marL="1200150" lvl="2" indent="-285750">
              <a:buFont typeface="Courier New"/>
              <a:buChar char="o"/>
            </a:pPr>
            <a:endParaRPr lang="en-US" b="1" dirty="0"/>
          </a:p>
          <a:p>
            <a:pPr marL="1200150" lvl="2" indent="-285750">
              <a:buFont typeface="Courier New"/>
              <a:buChar char="o"/>
            </a:pPr>
            <a:endParaRPr lang="en-US" b="1" dirty="0"/>
          </a:p>
          <a:p>
            <a:pPr marL="1200150" lvl="2" indent="-285750">
              <a:buFont typeface="Courier New"/>
              <a:buChar char="o"/>
            </a:pPr>
            <a:endParaRPr lang="en-US" b="1" dirty="0"/>
          </a:p>
          <a:p>
            <a:pPr marL="1200150" lvl="2" indent="-285750">
              <a:buFont typeface="Courier New"/>
              <a:buChar char="o"/>
            </a:pPr>
            <a:endParaRPr lang="en-US" b="1" dirty="0">
              <a:ea typeface="+mn-lt"/>
              <a:cs typeface="+mn-lt"/>
            </a:endParaRPr>
          </a:p>
          <a:p>
            <a:endParaRPr lang="en-US" b="1" dirty="0"/>
          </a:p>
          <a:p>
            <a:pPr>
              <a:buFont typeface="Arial"/>
            </a:pP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BCBFEC4-C202-4142-2055-3B18D0AE4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2808" y="3245302"/>
            <a:ext cx="9719583" cy="2932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3596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white paper&#10;&#10;AI-generated content may be incorrect.">
            <a:extLst>
              <a:ext uri="{FF2B5EF4-FFF2-40B4-BE49-F238E27FC236}">
                <a16:creationId xmlns:a16="http://schemas.microsoft.com/office/drawing/2014/main" id="{1343F5A9-9348-4831-92F8-AE98A8A0F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2268" y="336135"/>
            <a:ext cx="9640661" cy="53829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B7E787A-9247-A333-DF0E-1D413808DE90}"/>
              </a:ext>
            </a:extLst>
          </p:cNvPr>
          <p:cNvSpPr txBox="1"/>
          <p:nvPr/>
        </p:nvSpPr>
        <p:spPr>
          <a:xfrm>
            <a:off x="2124957" y="5901510"/>
            <a:ext cx="11212315" cy="19082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2"/>
            <a:r>
              <a:rPr lang="en-US" sz="2000" b="1" dirty="0"/>
              <a:t>       Others methods exist</a:t>
            </a:r>
            <a:r>
              <a:rPr lang="en-US" sz="2000" dirty="0"/>
              <a:t>, and choice is </a:t>
            </a:r>
            <a:r>
              <a:rPr lang="en-US" sz="2000" b="1" dirty="0"/>
              <a:t>arbitrary</a:t>
            </a:r>
            <a:br>
              <a:rPr lang="en-US" sz="2000" b="1" dirty="0"/>
            </a:br>
            <a:r>
              <a:rPr lang="en-US" sz="2000" b="1" dirty="0"/>
              <a:t> 👉 Pick the one that gives better insight</a:t>
            </a:r>
            <a:r>
              <a:rPr lang="en-US" sz="2000" dirty="0"/>
              <a:t> for your data.</a:t>
            </a:r>
          </a:p>
          <a:p>
            <a:pPr marL="1200150" lvl="2" indent="-285750">
              <a:buFont typeface="Courier New,monospace"/>
              <a:buChar char="o"/>
            </a:pPr>
            <a:endParaRPr lang="en-US" sz="2000" dirty="0"/>
          </a:p>
          <a:p>
            <a:br>
              <a:rPr lang="en-US" dirty="0"/>
            </a:br>
            <a:endParaRPr lang="en-US" sz="2000" dirty="0"/>
          </a:p>
          <a:p>
            <a:pPr algn="l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2202138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F11A4-5719-30C4-146E-6ACF36ABC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101D0-BC08-6113-0101-37B6E8B3C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ea typeface="+mj-lt"/>
                <a:cs typeface="+mj-lt"/>
              </a:rPr>
              <a:t>How to Compare Clusters? (Linkage Methods)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43C6D6-315D-D0CC-FCCA-6A2859F1C969}"/>
              </a:ext>
            </a:extLst>
          </p:cNvPr>
          <p:cNvSpPr txBox="1"/>
          <p:nvPr/>
        </p:nvSpPr>
        <p:spPr>
          <a:xfrm>
            <a:off x="818926" y="1544531"/>
            <a:ext cx="816822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Once items join into clusters, how do we compare a </a:t>
            </a:r>
            <a:r>
              <a:rPr lang="en-US" b="1" dirty="0">
                <a:ea typeface="+mn-lt"/>
                <a:cs typeface="+mn-lt"/>
              </a:rPr>
              <a:t>cluster vs a gene</a:t>
            </a:r>
            <a:r>
              <a:rPr lang="en-US" dirty="0">
                <a:ea typeface="+mn-lt"/>
                <a:cs typeface="+mn-lt"/>
              </a:rPr>
              <a:t>?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804BAFE-C395-EAA9-5C74-F1889DA031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5259251"/>
              </p:ext>
            </p:extLst>
          </p:nvPr>
        </p:nvGraphicFramePr>
        <p:xfrm>
          <a:off x="883649" y="3121764"/>
          <a:ext cx="6666924" cy="28346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333462">
                  <a:extLst>
                    <a:ext uri="{9D8B030D-6E8A-4147-A177-3AD203B41FA5}">
                      <a16:colId xmlns:a16="http://schemas.microsoft.com/office/drawing/2014/main" val="3816837326"/>
                    </a:ext>
                  </a:extLst>
                </a:gridCol>
                <a:gridCol w="3333462">
                  <a:extLst>
                    <a:ext uri="{9D8B030D-6E8A-4147-A177-3AD203B41FA5}">
                      <a16:colId xmlns:a16="http://schemas.microsoft.com/office/drawing/2014/main" val="30802568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Method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How it compares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09290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b="1" dirty="0"/>
                    </a:p>
                    <a:p>
                      <a:pPr lvl="0">
                        <a:buNone/>
                      </a:pPr>
                      <a:r>
                        <a:rPr lang="en-US" b="1" dirty="0"/>
                        <a:t>Single Linkage</a:t>
                      </a:r>
                    </a:p>
                    <a:p>
                      <a:pPr lvl="0">
                        <a:buNone/>
                      </a:pPr>
                      <a:endParaRPr lang="en-US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Closest point between clusters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7185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b="1" dirty="0"/>
                    </a:p>
                    <a:p>
                      <a:pPr lvl="0">
                        <a:buNone/>
                      </a:pPr>
                      <a:r>
                        <a:rPr lang="en-US" b="1" dirty="0"/>
                        <a:t>Complete Linkage</a:t>
                      </a:r>
                      <a:r>
                        <a:rPr lang="en-US" dirty="0"/>
                        <a:t> </a:t>
                      </a:r>
                      <a:br>
                        <a:rPr lang="en-US" dirty="0"/>
                      </a:br>
                      <a:r>
                        <a:rPr lang="en-US" dirty="0"/>
                        <a:t>(default in R)</a:t>
                      </a:r>
                    </a:p>
                    <a:p>
                      <a:pPr lvl="0"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Farthest point between clusters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8497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Average Linkage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Compare centroids (mean)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1793168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C1B1199D-7E31-2ED0-E65C-4673699935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395" b="76299"/>
          <a:stretch>
            <a:fillRect/>
          </a:stretch>
        </p:blipFill>
        <p:spPr>
          <a:xfrm>
            <a:off x="7380605" y="2366380"/>
            <a:ext cx="4771047" cy="611854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04DD9A8B-2703-7522-A289-2333CC24FD8C}"/>
              </a:ext>
            </a:extLst>
          </p:cNvPr>
          <p:cNvGrpSpPr/>
          <p:nvPr/>
        </p:nvGrpSpPr>
        <p:grpSpPr>
          <a:xfrm>
            <a:off x="8008781" y="3298308"/>
            <a:ext cx="2689267" cy="3104730"/>
            <a:chOff x="7431000" y="1029055"/>
            <a:chExt cx="3836454" cy="4436136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C928BC2-05B9-C34C-171B-BB2AF60480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31695" y="1029055"/>
              <a:ext cx="3835759" cy="1613357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CCB9B42-A932-4870-51E7-71BA920BDD7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448920" y="2605200"/>
              <a:ext cx="3460297" cy="1515837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805A643-F9D6-8788-2082-5A39C17C234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8151" t="32973" r="12240" b="558"/>
            <a:stretch>
              <a:fillRect/>
            </a:stretch>
          </p:blipFill>
          <p:spPr>
            <a:xfrm>
              <a:off x="7431000" y="4099919"/>
              <a:ext cx="3436166" cy="136527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437479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computer generated image&#10;&#10;AI-generated content may be incorrect.">
            <a:extLst>
              <a:ext uri="{FF2B5EF4-FFF2-40B4-BE49-F238E27FC236}">
                <a16:creationId xmlns:a16="http://schemas.microsoft.com/office/drawing/2014/main" id="{ECA4EA6F-C13C-3188-5E5E-7F1D934B0E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90197" y="950531"/>
            <a:ext cx="7443520" cy="38656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AF5A749-885C-7278-D03A-0B32E334A8D0}"/>
              </a:ext>
            </a:extLst>
          </p:cNvPr>
          <p:cNvSpPr txBox="1"/>
          <p:nvPr/>
        </p:nvSpPr>
        <p:spPr>
          <a:xfrm>
            <a:off x="313462" y="5102659"/>
            <a:ext cx="11597285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Even with the same data:</a:t>
            </a: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Single linkage</a:t>
            </a:r>
            <a:r>
              <a:rPr lang="en-US" dirty="0">
                <a:ea typeface="+mn-lt"/>
                <a:cs typeface="+mn-lt"/>
              </a:rPr>
              <a:t> → long chained clusters</a:t>
            </a: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Complete linkage</a:t>
            </a:r>
            <a:r>
              <a:rPr lang="en-US" dirty="0">
                <a:ea typeface="+mn-lt"/>
                <a:cs typeface="+mn-lt"/>
              </a:rPr>
              <a:t> → tight, compact clusters</a:t>
            </a: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Average linkage</a:t>
            </a:r>
            <a:r>
              <a:rPr lang="en-US" dirty="0">
                <a:ea typeface="+mn-lt"/>
                <a:cs typeface="+mn-lt"/>
              </a:rPr>
              <a:t> → balanced layout</a:t>
            </a:r>
            <a:endParaRPr lang="en-US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👉 </a:t>
            </a:r>
            <a:r>
              <a:rPr lang="en-US" b="1" dirty="0">
                <a:ea typeface="+mn-lt"/>
                <a:cs typeface="+mn-lt"/>
              </a:rPr>
              <a:t>Heat maps may look slightly different depending on method</a:t>
            </a:r>
            <a:endParaRPr lang="en-US">
              <a:ea typeface="+mn-lt"/>
              <a:cs typeface="+mn-lt"/>
            </a:endParaRPr>
          </a:p>
          <a:p>
            <a:pPr algn="l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1067D39-D7C8-EA8B-822D-0249B17FC27A}"/>
              </a:ext>
            </a:extLst>
          </p:cNvPr>
          <p:cNvSpPr txBox="1">
            <a:spLocks/>
          </p:cNvSpPr>
          <p:nvPr/>
        </p:nvSpPr>
        <p:spPr>
          <a:xfrm>
            <a:off x="312336" y="-20260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ea typeface="+mj-lt"/>
                <a:cs typeface="+mj-lt"/>
              </a:rPr>
              <a:t>Linkage Affects the Result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0865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Logistic Regression </vt:lpstr>
      <vt:lpstr>Quick Recap: Linear Regression</vt:lpstr>
      <vt:lpstr>Can we use a mouse’s weight to predict whether it is obese?</vt:lpstr>
      <vt:lpstr>PowerPoint Presentation</vt:lpstr>
      <vt:lpstr>PowerPoint Presentation</vt:lpstr>
      <vt:lpstr>PowerPoint Presentation</vt:lpstr>
      <vt:lpstr>PowerPoint Presentation</vt:lpstr>
      <vt:lpstr>Hierarchical Clustering</vt:lpstr>
      <vt:lpstr>What is Hierarchical Clustering?</vt:lpstr>
      <vt:lpstr>Example Heat Map Setup</vt:lpstr>
      <vt:lpstr>Why Clustering Matters</vt:lpstr>
      <vt:lpstr>Step-by-Step Example</vt:lpstr>
      <vt:lpstr>PowerPoint Presentation</vt:lpstr>
      <vt:lpstr>PowerPoint Presentation</vt:lpstr>
      <vt:lpstr>How Do We Measure Similarity?</vt:lpstr>
      <vt:lpstr>Euclidean Distance with more samples</vt:lpstr>
      <vt:lpstr>How Do We Measure Similarity?</vt:lpstr>
      <vt:lpstr>PowerPoint Presentation</vt:lpstr>
      <vt:lpstr>How to Compare Clusters? (Linkage Methods)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792</cp:revision>
  <dcterms:created xsi:type="dcterms:W3CDTF">2025-10-15T16:14:50Z</dcterms:created>
  <dcterms:modified xsi:type="dcterms:W3CDTF">2025-10-17T23:53:41Z</dcterms:modified>
</cp:coreProperties>
</file>